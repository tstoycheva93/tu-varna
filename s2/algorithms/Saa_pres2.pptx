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691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0A90A34-F1A0-40D7-BCCC-82509B9E1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4B363-0F40-4F0F-9453-BAFBAC48A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D4872B1-D5C9-41BC-83C3-06861737C6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E7852-7A0E-489D-9C94-FB70AF8342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BB39204-132F-434E-8591-25CCF6014B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CDDF2-CC2F-4FAC-B5AD-815EF8076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64BAF17-85EF-404F-9906-05066CD2A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04EB4E2-4405-4ED2-BF56-8D366C63FA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eaLnBrk="1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254C00B-D0FB-4D32-9EBC-E211310078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61A2C-8ABC-4223-BBFB-4799266D61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5A23D-234D-4474-9DF7-3D2C1E60E9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64472429-1999-48C0-85A4-D401B7DAF1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8" r:id="rId2"/>
    <p:sldLayoutId id="2147483684" r:id="rId3"/>
    <p:sldLayoutId id="2147483679" r:id="rId4"/>
    <p:sldLayoutId id="2147483685" r:id="rId5"/>
    <p:sldLayoutId id="2147483680" r:id="rId6"/>
    <p:sldLayoutId id="2147483686" r:id="rId7"/>
    <p:sldLayoutId id="2147483687" r:id="rId8"/>
    <p:sldLayoutId id="2147483688" r:id="rId9"/>
    <p:sldLayoutId id="2147483681" r:id="rId10"/>
    <p:sldLayoutId id="214748368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fontAlgn="base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fontAlgn="base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7993063" cy="5715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3000" dirty="0">
                <a:solidFill>
                  <a:schemeClr val="tx2">
                    <a:satMod val="130000"/>
                  </a:schemeClr>
                </a:solidFill>
              </a:rPr>
              <a:t>		     Страничен ефект</a:t>
            </a:r>
            <a:br>
              <a:rPr lang="bg-BG" sz="3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	От математическа гледна точка всяка една функция изпълнява само едно действие: според зададени стойности на аргументите се изчислява определен резултат.</a:t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	В езиците за програмиране (С, С++, 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Pascal </a:t>
            </a: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и др.) това не е така, и работата на функциите може да бъде свързана с редица действия, които предизвикват т. н. “страничен ефект”. Тези действия са коректни от гледна точка на езика (т. е. не дават съобщение за синтактична  или 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run-time </a:t>
            </a: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грешка), но нарушават основното правило, описано по-горе.</a:t>
            </a:r>
            <a:endParaRPr lang="en-US" sz="3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3657600" y="2667000"/>
            <a:ext cx="18288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3886200" y="2946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Функция</a:t>
            </a:r>
            <a:endParaRPr lang="en-US"/>
          </a:p>
        </p:txBody>
      </p:sp>
      <p:sp>
        <p:nvSpPr>
          <p:cNvPr id="8197" name="Line 7"/>
          <p:cNvSpPr>
            <a:spLocks noChangeShapeType="1"/>
          </p:cNvSpPr>
          <p:nvPr/>
        </p:nvSpPr>
        <p:spPr bwMode="auto">
          <a:xfrm>
            <a:off x="2362200" y="3200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8198" name="Line 8"/>
          <p:cNvSpPr>
            <a:spLocks noChangeShapeType="1"/>
          </p:cNvSpPr>
          <p:nvPr/>
        </p:nvSpPr>
        <p:spPr bwMode="auto">
          <a:xfrm>
            <a:off x="5486400" y="3200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1828800" y="2514600"/>
            <a:ext cx="1676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 sz="2000"/>
              <a:t>Входни параметри</a:t>
            </a:r>
            <a:endParaRPr lang="en-US" sz="2000"/>
          </a:p>
        </p:txBody>
      </p:sp>
      <p:sp>
        <p:nvSpPr>
          <p:cNvPr id="8200" name="Text Box 10"/>
          <p:cNvSpPr txBox="1">
            <a:spLocks noChangeArrowheads="1"/>
          </p:cNvSpPr>
          <p:nvPr/>
        </p:nvSpPr>
        <p:spPr bwMode="auto">
          <a:xfrm>
            <a:off x="5867400" y="2438400"/>
            <a:ext cx="1752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 sz="2000"/>
              <a:t>Изходен резултат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7583487" cy="6019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	За всеки език съществуват определени “странични ефекти”, които пораждат класически грешки - “клопки”.</a:t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	Например в С/С++:</a:t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9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9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Пример 1.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#include &lt;</a:t>
            </a:r>
            <a:r>
              <a:rPr lang="en-US" sz="2000" dirty="0" err="1" smtClean="0">
                <a:solidFill>
                  <a:schemeClr val="tx2">
                    <a:satMod val="130000"/>
                  </a:schemeClr>
                </a:solidFill>
              </a:rPr>
              <a:t>iostream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&gt;</a:t>
            </a:r>
            <a:b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using namespace std;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sum(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r); 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glob;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 smtClean="0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 main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glob=5;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&lt;&lt;sum(1)&lt;&lt;"  "&lt;&lt;sum(1)&lt;&lt;"  "&lt;&lt;sum(1);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return 0;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}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sum(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r)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a;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a=r*glob++;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return a;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} 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20713"/>
            <a:ext cx="5270500" cy="5867400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lang="bg-BG" sz="2000" dirty="0">
                <a:solidFill>
                  <a:schemeClr val="tx2">
                    <a:satMod val="130000"/>
                  </a:schemeClr>
                </a:solidFill>
              </a:rPr>
              <a:t>Пример 2:</a:t>
            </a:r>
            <a:br>
              <a:rPr lang="bg-BG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#include &lt;</a:t>
            </a:r>
            <a:r>
              <a:rPr lang="en-US" sz="2000" dirty="0" err="1" smtClean="0">
                <a:solidFill>
                  <a:schemeClr val="tx2">
                    <a:satMod val="130000"/>
                  </a:schemeClr>
                </a:solidFill>
              </a:rPr>
              <a:t>iostream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&gt;</a:t>
            </a:r>
            <a:b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using namespace std;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avg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a[10]);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 smtClean="0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 main 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m[10];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for 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=0;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&lt;10;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++)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  m[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]=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if 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avg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(m)+1==1+avg(m))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&lt;&lt;"Yes";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 else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&lt;&lt;"No!";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return 0;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}</a:t>
            </a:r>
            <a:r>
              <a:rPr lang="bg-BG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avg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a[10])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res=0;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for 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=0;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&lt;10;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++)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  res+=a[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];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  a[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]--;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}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return res/10;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}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620713"/>
            <a:ext cx="5770562" cy="6096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Пример 3:</a:t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#include &lt;</a:t>
            </a:r>
            <a:r>
              <a:rPr lang="en-US" sz="2000" dirty="0" err="1" smtClean="0">
                <a:solidFill>
                  <a:schemeClr val="tx2">
                    <a:satMod val="130000"/>
                  </a:schemeClr>
                </a:solidFill>
              </a:rPr>
              <a:t>iostream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&gt;</a:t>
            </a:r>
            <a:b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using namespace std;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quadr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&amp;n,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s);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 smtClean="0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 main 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m=2, k=1;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&lt;&lt;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quadr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(k, m)*k&lt;&lt;'\n'&lt;&lt;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quadr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(k, m)*k;</a:t>
            </a:r>
            <a:r>
              <a:rPr lang="bg-BG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return 0;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}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quadr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(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&amp;n, </a:t>
            </a:r>
            <a:r>
              <a:rPr lang="en-US" sz="20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s)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   n++;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0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   return s*s;</a:t>
            </a:r>
            <a:br>
              <a:rPr lang="en-US" sz="2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000" dirty="0">
                <a:solidFill>
                  <a:schemeClr val="tx2">
                    <a:satMod val="130000"/>
                  </a:schemeClr>
                </a:solidFill>
              </a:rPr>
              <a:t>}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549275"/>
            <a:ext cx="7773987" cy="5943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	В програмирането често се използва понятие “чиста функция”. Една функция се смята за “чиста”, ако тя не съдържа странични ефекти и резултат й зависи САМО от параметрите й.</a:t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9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9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	Функциите, които съдържат входни операции, не могат да се смятат за чисти:</a:t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1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1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400" dirty="0" err="1" smtClean="0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f()</a:t>
            </a:r>
            <a:br>
              <a:rPr lang="en-US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4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&lt;&lt;“\</a:t>
            </a:r>
            <a:r>
              <a:rPr lang="en-US" sz="2400" dirty="0" err="1">
                <a:solidFill>
                  <a:schemeClr val="tx2">
                    <a:satMod val="130000"/>
                  </a:schemeClr>
                </a:solidFill>
              </a:rPr>
              <a:t>na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=“;</a:t>
            </a:r>
            <a:br>
              <a:rPr lang="en-US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   </a:t>
            </a:r>
            <a:r>
              <a:rPr lang="en-US" sz="2400" dirty="0" err="1">
                <a:solidFill>
                  <a:schemeClr val="tx2">
                    <a:satMod val="130000"/>
                  </a:schemeClr>
                </a:solidFill>
              </a:rPr>
              <a:t>cin</a:t>
            </a: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&gt;&gt;a;</a:t>
            </a:r>
            <a:br>
              <a:rPr lang="en-US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   return a*10;</a:t>
            </a:r>
            <a:br>
              <a:rPr lang="en-US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400" dirty="0">
                <a:solidFill>
                  <a:schemeClr val="tx2">
                    <a:satMod val="130000"/>
                  </a:schemeClr>
                </a:solidFill>
              </a:rPr>
              <a:t>}   </a:t>
            </a: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10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10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 u="sng" dirty="0">
                <a:solidFill>
                  <a:schemeClr val="tx2">
                    <a:satMod val="130000"/>
                  </a:schemeClr>
                </a:solidFill>
              </a:rPr>
              <a:t>Препоръка:</a:t>
            </a: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     да се пишат и използват “чисти” </a:t>
            </a:r>
            <a:r>
              <a:rPr lang="bg-BG" sz="2400" dirty="0" smtClean="0">
                <a:solidFill>
                  <a:schemeClr val="tx2">
                    <a:satMod val="130000"/>
                  </a:schemeClr>
                </a:solidFill>
              </a:rPr>
              <a:t>функции.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135</TotalTime>
  <Words>11</Words>
  <Application>Microsoft Office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Solstice</vt:lpstr>
      <vt:lpstr>       Страничен ефект  От математическа гледна точка всяка една функция изпълнява само едно действие: според зададени стойности на аргументите се изчислява определен резултат.       В езиците за програмиране (С, С++, Pascal и др.) това не е така, и работата на функциите може да бъде свързана с редица действия, които предизвикват т. н. “страничен ефект”. Тези действия са коректни от гледна точка на езика (т. е. не дават съобщение за синтактична  или run-time грешка), но нарушават основното правило, описано по-горе.</vt:lpstr>
      <vt:lpstr> За всеки език съществуват определени “странични ефекти”, които пораждат класически грешки - “клопки”.  Например в С/С++:  Пример 1. #include &lt;iostream&gt; using namespace std; int sum(int r);  int glob; int main() {    glob=5;    cout&lt;&lt;sum(1)&lt;&lt;"  "&lt;&lt;sum(1)&lt;&lt;"  "&lt;&lt;sum(1);    return 0; } int sum(int r) {   int a;   a=r*glob++;   return a; }  </vt:lpstr>
      <vt:lpstr>Пример 2:  #include &lt;iostream&gt; using namespace std; int avg(int a[10]); int main () {     int m[10];    for (int i=0; i&lt;10; i++)        m[i]=i;    if (avg(m)+1==1+avg(m))  cout&lt;&lt;"Yes";       else  cout&lt;&lt;"No!";  return 0; }  int avg (int a[10]) {    int res=0;    for (int i=0; i&lt;10; i++)      {        res+=a[i];        a[i]--;      }    return res/10; } </vt:lpstr>
      <vt:lpstr>Пример 3:  #include &lt;iostream&gt; using namespace std; int quadr (int &amp;n, int s); int main () {    int m=2, k=1;    cout&lt;&lt;quadr(k, m)*k&lt;&lt;'\n'&lt;&lt;quadr(k, m)*k;    return 0; }  int quadr (int &amp;n, int s) {       n++;       return s*s; } </vt:lpstr>
      <vt:lpstr> В програмирането често се използва понятие “чиста функция”. Една функция се смята за “чиста”, ако тя не съдържа странични ефекти и резултат й зависи САМО от параметрите й.   Функциите, които съдържат входни операции, не могат да се смятат за чисти:  int f() {    cout&lt;&lt;“\na=“;    cin&gt;&gt;a;    return a*10; }     Препоръка:     да се пишат и използват “чисти” функции.</vt:lpstr>
    </vt:vector>
  </TitlesOfParts>
  <Company>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Страничен ефект  От математическа гледна точка всяка една функция изпълнява само едно действие: според зададени стойности на аргументите се изчислява определен резултат.       В езиците за програмиране (С, С++, Pascal и др.) това не е така, и работата на функциите може да бъде свързана с редица действия, които предизвикват т. н. “страничен ефект”. Тези действия са коректни от гледна точка на езика (т. е. не дават съобщение за синтактична  или run-time грешка), но нарушават основното правило, описано по-горе.</dc:title>
  <dc:creator>TU - Varna</dc:creator>
  <cp:lastModifiedBy>Елена Рачева</cp:lastModifiedBy>
  <cp:revision>13</cp:revision>
  <dcterms:created xsi:type="dcterms:W3CDTF">2003-09-29T07:51:27Z</dcterms:created>
  <dcterms:modified xsi:type="dcterms:W3CDTF">2020-02-11T08:22:11Z</dcterms:modified>
</cp:coreProperties>
</file>