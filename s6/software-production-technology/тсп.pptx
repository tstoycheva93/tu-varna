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4" r:id="rId9"/>
    <p:sldId id="266" r:id="rId10"/>
    <p:sldId id="263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205897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5117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4309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7059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3369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4178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1027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2364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112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2710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719142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222079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27882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626695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45895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019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17516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8ADEBA-C9AA-4789-9E67-EB929CFF1832}" type="datetimeFigureOut">
              <a:rPr lang="en-150" smtClean="0"/>
              <a:t>27/05/2025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02A0ED3-2027-424C-82B4-C32BB89DD35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082339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2C7E-805F-19FC-1657-9F0D0A6368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за обяви за работа</a:t>
            </a:r>
            <a:endParaRPr lang="en-150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7D43B-16AB-D133-82EC-7EBCD9CF5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3368" y="4385732"/>
            <a:ext cx="9876757" cy="1886731"/>
          </a:xfrm>
        </p:spPr>
        <p:txBody>
          <a:bodyPr>
            <a:normAutofit/>
          </a:bodyPr>
          <a:lstStyle/>
          <a:p>
            <a:r>
              <a:rPr lang="bg-BG" sz="2000" dirty="0"/>
              <a:t>Курсов проект по „технологии на софтуерното производство“</a:t>
            </a:r>
          </a:p>
          <a:p>
            <a:endParaRPr lang="bg-BG" sz="2000" dirty="0"/>
          </a:p>
          <a:p>
            <a:r>
              <a:rPr lang="bg-BG" sz="2000" dirty="0"/>
              <a:t>Яна ампова 22621751</a:t>
            </a:r>
          </a:p>
          <a:p>
            <a:r>
              <a:rPr lang="bg-BG" sz="2000" dirty="0"/>
              <a:t>Теодора стойчева 22621693</a:t>
            </a:r>
            <a:endParaRPr lang="en-150" sz="2000" dirty="0"/>
          </a:p>
        </p:txBody>
      </p:sp>
    </p:spTree>
    <p:extLst>
      <p:ext uri="{BB962C8B-B14F-4D97-AF65-F5344CB8AC3E}">
        <p14:creationId xmlns:p14="http://schemas.microsoft.com/office/powerpoint/2010/main" val="206640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668E-4D5D-9477-E0F5-FADB126F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Съдържание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64014-5148-7A11-DBF2-AFBA4F684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bg-BG" sz="3600" dirty="0"/>
              <a:t> Проектиране на системата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3600" dirty="0"/>
              <a:t> Разработка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</a:t>
            </a:r>
            <a:r>
              <a:rPr lang="bg-BG" sz="3600" dirty="0"/>
              <a:t>Тестване</a:t>
            </a:r>
            <a:endParaRPr lang="en-US" sz="3600" dirty="0"/>
          </a:p>
          <a:p>
            <a:pPr marL="342900" indent="-342900">
              <a:buFont typeface="+mj-lt"/>
              <a:buAutoNum type="arabicPeriod"/>
            </a:pPr>
            <a:r>
              <a:rPr lang="en-US" sz="3600" dirty="0"/>
              <a:t> </a:t>
            </a:r>
            <a:r>
              <a:rPr lang="bg-BG" sz="3600" dirty="0"/>
              <a:t>Имплементация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106063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A8CA-BA61-C82B-EA4B-6E4FAD0D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Проектиране – използвани технологии</a:t>
            </a:r>
            <a:endParaRPr lang="en-150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67FBE9-3512-BF9B-BD69-B55BF67F0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5719" y="4266607"/>
            <a:ext cx="1779844" cy="1779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AA03C9-E419-541D-6E6A-95EA4A0D3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137" y="2539078"/>
            <a:ext cx="3164168" cy="1779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7F655-5E48-ACDD-78F1-E313B7C99C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407" y="1916639"/>
            <a:ext cx="3024719" cy="302471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E68066F-46AC-1282-1DCF-F0ABF88628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076" y="2539078"/>
            <a:ext cx="3015001" cy="24373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1A4108-6409-F796-D666-466AED7E20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093" y="2210336"/>
            <a:ext cx="4159704" cy="24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5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9711-27A8-A637-102C-3195660F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9C75-EAE9-679C-EF51-962B60E0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Проектиране – среда за разработка</a:t>
            </a:r>
            <a:endParaRPr lang="en-15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26393A-2541-5E48-1480-31ACEA57D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793" y="2139815"/>
            <a:ext cx="3312897" cy="331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70BCF3-2078-57AF-F307-7D7791207F33}"/>
              </a:ext>
            </a:extLst>
          </p:cNvPr>
          <p:cNvSpPr txBox="1"/>
          <p:nvPr/>
        </p:nvSpPr>
        <p:spPr>
          <a:xfrm>
            <a:off x="3120138" y="5341993"/>
            <a:ext cx="157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JetBrains Rider</a:t>
            </a:r>
            <a:endParaRPr lang="en-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C97FE-7412-254B-82CE-AF1B9E05225B}"/>
              </a:ext>
            </a:extLst>
          </p:cNvPr>
          <p:cNvSpPr txBox="1"/>
          <p:nvPr/>
        </p:nvSpPr>
        <p:spPr>
          <a:xfrm>
            <a:off x="7840828" y="5341993"/>
            <a:ext cx="132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Portal</a:t>
            </a:r>
            <a:endParaRPr lang="en-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D0839-4B74-0804-7A84-E0B0F0C4C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412" y="2042298"/>
            <a:ext cx="3181592" cy="31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1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3214-410F-D53A-F819-EFD44DDE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9C26-91A1-4611-3B87-876AFBBB9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MVC </a:t>
            </a:r>
            <a:r>
              <a:rPr lang="bg-BG" dirty="0"/>
              <a:t>Архитектура</a:t>
            </a:r>
          </a:p>
          <a:p>
            <a:r>
              <a:rPr lang="bg-BG" dirty="0"/>
              <a:t>Модели – класове, отговарящи на таблици</a:t>
            </a:r>
          </a:p>
          <a:p>
            <a:pPr marL="0" indent="0">
              <a:buNone/>
            </a:pPr>
            <a:r>
              <a:rPr lang="bg-BG" dirty="0"/>
              <a:t>в базата данни</a:t>
            </a:r>
          </a:p>
          <a:p>
            <a:r>
              <a:rPr lang="bg-BG" dirty="0"/>
              <a:t>Контролери – съдържат заявки към услугите</a:t>
            </a:r>
          </a:p>
          <a:p>
            <a:r>
              <a:rPr lang="bg-BG" dirty="0"/>
              <a:t>Услуги – съдържат методи и алгоритми с</a:t>
            </a:r>
          </a:p>
          <a:p>
            <a:pPr marL="0" indent="0">
              <a:buNone/>
            </a:pPr>
            <a:r>
              <a:rPr lang="bg-BG" dirty="0"/>
              <a:t>бизнес логика</a:t>
            </a:r>
          </a:p>
          <a:p>
            <a:r>
              <a:rPr lang="bg-BG" dirty="0"/>
              <a:t>Страници – съдържат потребителски</a:t>
            </a:r>
          </a:p>
          <a:p>
            <a:pPr marL="0" indent="0">
              <a:buNone/>
            </a:pPr>
            <a:r>
              <a:rPr lang="bg-BG" dirty="0"/>
              <a:t>изглед</a:t>
            </a:r>
            <a:endParaRPr lang="en-15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A16C578-64B0-BA48-9057-9906263D5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4453" y="1764716"/>
            <a:ext cx="7330179" cy="47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70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D210-7BE5-AA5C-F3E1-918E3DD5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6725-858D-251E-516F-F073B6D7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57200"/>
            <a:ext cx="10131425" cy="703411"/>
          </a:xfrm>
        </p:spPr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DFC2-38EE-B60D-6B61-06CC9801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529" y="1196631"/>
            <a:ext cx="6967727" cy="37253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Диаграма на базата данни</a:t>
            </a:r>
            <a:endParaRPr lang="en-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1D656C-5A23-BFED-06E9-80E925AE7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06" y="1865619"/>
            <a:ext cx="9837420" cy="462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D9075-F17C-2375-7552-6E41AAD76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EE01-7C99-181E-1C2E-0B1EAB2D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0A89-2AC3-817E-32B5-48A40BD8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163"/>
            <a:ext cx="6227063" cy="46397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Логика за създаване на нова обява като компания</a:t>
            </a:r>
            <a:endParaRPr lang="en-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491F3-329C-0CFF-7A39-228DF1257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7608"/>
            <a:ext cx="12192000" cy="218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5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514C-B177-ECD2-9B32-680FCBD1B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6A81-2D3F-8D7C-BE7C-A22DF05F9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разработка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0154-DC5D-D399-47F7-254268BA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163"/>
            <a:ext cx="6227063" cy="46397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Логика за смесено филтриране на всички обяви за работа</a:t>
            </a:r>
            <a:endParaRPr lang="en-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52F08-1775-D967-79D0-303ABA81D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1968"/>
            <a:ext cx="12192000" cy="183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2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61D95-E833-A032-68BB-A7536574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E731-1217-81CD-17B2-77EFC0E5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Тестване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F7D12-D75D-6B9B-1B62-66DCA8DBB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67163"/>
            <a:ext cx="6227063" cy="46397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Успешно провеждане на </a:t>
            </a:r>
            <a:r>
              <a:rPr lang="en-US" dirty="0"/>
              <a:t>Unit Tests</a:t>
            </a:r>
            <a:endParaRPr lang="en-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F53B8-35BE-FCA6-34E9-FF20AB3183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231136"/>
            <a:ext cx="8209426" cy="4481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912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C58C-B66C-5D82-AEBC-A32927CD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38A2-EE73-A1D6-1BBB-D901A835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Имплементация</a:t>
            </a:r>
            <a:r>
              <a:rPr lang="en-US" b="1" dirty="0"/>
              <a:t> - </a:t>
            </a:r>
            <a:r>
              <a:rPr lang="bg-BG" b="1" dirty="0"/>
              <a:t>кандидат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6C495-780C-8739-D53C-1A68B286A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25828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8479-F46B-6089-D979-A39B778D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167C-E24A-B015-FE28-804BC683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Имплементация</a:t>
            </a:r>
            <a:r>
              <a:rPr lang="en-US" b="1" dirty="0"/>
              <a:t> - </a:t>
            </a:r>
            <a:r>
              <a:rPr lang="bg-BG" b="1" dirty="0"/>
              <a:t>компания</a:t>
            </a:r>
            <a:endParaRPr lang="en-15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32AD1-4CE2-E5DA-077B-AE2B4A621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9398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65B8B1-7F4C-082D-79E3-307B830E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3" y="1866900"/>
            <a:ext cx="10131427" cy="3124199"/>
          </a:xfrm>
        </p:spPr>
        <p:txBody>
          <a:bodyPr>
            <a:normAutofit/>
          </a:bodyPr>
          <a:lstStyle/>
          <a:p>
            <a:r>
              <a:rPr lang="bg-BG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Благодарим за вниманието! </a:t>
            </a:r>
            <a:endParaRPr lang="en-150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5978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40</TotalTime>
  <Words>117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Система за обяви за работа</vt:lpstr>
      <vt:lpstr>Съдържание</vt:lpstr>
      <vt:lpstr>Проектиране – използвани технологии</vt:lpstr>
      <vt:lpstr>Проектиране – среда за разработка</vt:lpstr>
      <vt:lpstr>разработка</vt:lpstr>
      <vt:lpstr>разработка</vt:lpstr>
      <vt:lpstr>разработка</vt:lpstr>
      <vt:lpstr>разработка</vt:lpstr>
      <vt:lpstr>Тестване</vt:lpstr>
      <vt:lpstr>Имплементация - кандидат</vt:lpstr>
      <vt:lpstr>Имплементация - компания</vt:lpstr>
      <vt:lpstr>Благодарим за вниманието!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Stoycheva</dc:creator>
  <cp:lastModifiedBy>Teodora Stoycheva</cp:lastModifiedBy>
  <cp:revision>12</cp:revision>
  <dcterms:created xsi:type="dcterms:W3CDTF">2025-05-21T10:55:58Z</dcterms:created>
  <dcterms:modified xsi:type="dcterms:W3CDTF">2025-05-27T11:28:52Z</dcterms:modified>
</cp:coreProperties>
</file>