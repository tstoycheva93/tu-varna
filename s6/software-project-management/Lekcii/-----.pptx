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1" r:id="rId5"/>
    <p:sldId id="303" r:id="rId6"/>
    <p:sldId id="304" r:id="rId7"/>
    <p:sldId id="305" r:id="rId8"/>
    <p:sldId id="315" r:id="rId9"/>
    <p:sldId id="311" r:id="rId10"/>
    <p:sldId id="312" r:id="rId11"/>
    <p:sldId id="313" r:id="rId12"/>
    <p:sldId id="314" r:id="rId13"/>
    <p:sldId id="283" r:id="rId14"/>
    <p:sldId id="264" r:id="rId15"/>
    <p:sldId id="266" r:id="rId16"/>
    <p:sldId id="317" r:id="rId17"/>
    <p:sldId id="270" r:id="rId18"/>
    <p:sldId id="265" r:id="rId19"/>
    <p:sldId id="307" r:id="rId20"/>
    <p:sldId id="308" r:id="rId21"/>
    <p:sldId id="309" r:id="rId22"/>
    <p:sldId id="318" r:id="rId23"/>
    <p:sldId id="262" r:id="rId2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C000"/>
    <a:srgbClr val="44434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634" y="-82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04048" y="3003798"/>
            <a:ext cx="3888432" cy="1152129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3600" b="1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+mn-ea"/>
              </a:rPr>
              <a:t>FREE PPT TEMPLATES</a:t>
            </a:r>
            <a:endParaRPr lang="en-US" altLang="ko-KR" b="1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003900" y="4155926"/>
            <a:ext cx="3888432" cy="50405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200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sz="1200" b="1" dirty="0"/>
              <a:t>OF YOUR PRESENTATION HERE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xmlns="" val="4162736505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63838"/>
            <a:ext cx="9144000" cy="144016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8748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3555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922477153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rgbClr val="44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0" y="4059"/>
            <a:ext cx="3856106" cy="513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75712077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53958"/>
            <a:ext cx="640871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xmlns="" val="312904482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979712" y="153958"/>
            <a:ext cx="698477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xmlns="" val="2602921205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1503418437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2282058966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2037647551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3238364287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91952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501681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887924" y="1089585"/>
            <a:ext cx="1368152" cy="1482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49005556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5395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1907704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1880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076056" y="1341082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99209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183385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767561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351737" y="3147814"/>
            <a:ext cx="1440160" cy="125271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72509423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57557" y="286543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172774" y="1476771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57557" y="2662807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542340" y="1476771"/>
            <a:ext cx="2196000" cy="2196000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15967038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295" y="195486"/>
            <a:ext cx="1944216" cy="4680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676775" y="195486"/>
            <a:ext cx="1944216" cy="4680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33784323"/>
      </p:ext>
    </p:extLst>
  </p:cSld>
  <p:clrMapOvr>
    <a:masterClrMapping/>
  </p:clrMapOvr>
  <p:transition spd="med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60041"/>
            <a:ext cx="3168352" cy="31478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79912" y="360041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79912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418176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7056440" y="2211711"/>
            <a:ext cx="147600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40110419"/>
      </p:ext>
    </p:extLst>
  </p:cSld>
  <p:clrMapOvr>
    <a:masterClrMapping/>
  </p:clrMapOvr>
  <p:transition spd="med"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79912" y="920899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79912" y="3147814"/>
            <a:ext cx="4752528" cy="1722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590550" y="915566"/>
            <a:ext cx="3117354" cy="3960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1219405"/>
      </p:ext>
    </p:extLst>
  </p:cSld>
  <p:clrMapOvr>
    <a:masterClrMapping/>
  </p:clrMapOvr>
  <p:transition spd="med"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rgbClr val="44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339502"/>
            <a:ext cx="608416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059832" y="2624708"/>
            <a:ext cx="608416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43166157"/>
      </p:ext>
    </p:extLst>
  </p:cSld>
  <p:clrMapOvr>
    <a:masterClrMapping/>
  </p:clrMapOvr>
  <p:transition spd="med"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9552" y="1131590"/>
            <a:ext cx="4032448" cy="21602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9552" y="3291830"/>
            <a:ext cx="1656184" cy="1440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267744" y="3377692"/>
            <a:ext cx="2304256" cy="13542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28646730"/>
      </p:ext>
    </p:extLst>
  </p:cSld>
  <p:clrMapOvr>
    <a:masterClrMapping/>
  </p:clrMapOvr>
  <p:transition spd="med"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29444" y="1203598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644008" y="1203598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4644008" y="3060973"/>
            <a:ext cx="4104456" cy="17285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29900" y="3061296"/>
            <a:ext cx="4104000" cy="17281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8303363"/>
      </p:ext>
    </p:extLst>
  </p:cSld>
  <p:clrMapOvr>
    <a:masterClrMapping/>
  </p:clrMapOvr>
  <p:transition spd="med"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-9526" y="1183060"/>
            <a:ext cx="9153525" cy="3960440"/>
          </a:xfrm>
          <a:custGeom>
            <a:avLst/>
            <a:gdLst>
              <a:gd name="connsiteX0" fmla="*/ 0 w 9144000"/>
              <a:gd name="connsiteY0" fmla="*/ 0 h 3960440"/>
              <a:gd name="connsiteX1" fmla="*/ 9144000 w 9144000"/>
              <a:gd name="connsiteY1" fmla="*/ 0 h 3960440"/>
              <a:gd name="connsiteX2" fmla="*/ 9144000 w 9144000"/>
              <a:gd name="connsiteY2" fmla="*/ 3960440 h 3960440"/>
              <a:gd name="connsiteX3" fmla="*/ 0 w 9144000"/>
              <a:gd name="connsiteY3" fmla="*/ 3960440 h 3960440"/>
              <a:gd name="connsiteX4" fmla="*/ 0 w 9144000"/>
              <a:gd name="connsiteY4" fmla="*/ 0 h 3960440"/>
              <a:gd name="connsiteX0" fmla="*/ 0 w 9153525"/>
              <a:gd name="connsiteY0" fmla="*/ 3276600 h 3960440"/>
              <a:gd name="connsiteX1" fmla="*/ 9153525 w 9153525"/>
              <a:gd name="connsiteY1" fmla="*/ 0 h 3960440"/>
              <a:gd name="connsiteX2" fmla="*/ 9153525 w 9153525"/>
              <a:gd name="connsiteY2" fmla="*/ 3960440 h 3960440"/>
              <a:gd name="connsiteX3" fmla="*/ 9525 w 9153525"/>
              <a:gd name="connsiteY3" fmla="*/ 3960440 h 3960440"/>
              <a:gd name="connsiteX4" fmla="*/ 0 w 9153525"/>
              <a:gd name="connsiteY4" fmla="*/ 327660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3525" h="3960440">
                <a:moveTo>
                  <a:pt x="0" y="3276600"/>
                </a:moveTo>
                <a:lnTo>
                  <a:pt x="9153525" y="0"/>
                </a:lnTo>
                <a:lnTo>
                  <a:pt x="9153525" y="3960440"/>
                </a:lnTo>
                <a:lnTo>
                  <a:pt x="9525" y="3960440"/>
                </a:lnTo>
                <a:lnTo>
                  <a:pt x="0" y="3276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7798" y="777418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516216" y="915566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51512862"/>
      </p:ext>
    </p:extLst>
  </p:cSld>
  <p:clrMapOvr>
    <a:masterClrMapping/>
  </p:clrMapOvr>
  <p:transition spd="med"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03312" y="2730636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75342" y="2730636"/>
            <a:ext cx="2040674" cy="203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752750" y="2812503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6881512" y="2812503"/>
            <a:ext cx="1874748" cy="12732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576763" y="2331939"/>
            <a:ext cx="2346784" cy="16057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517112791"/>
      </p:ext>
    </p:extLst>
  </p:cSld>
  <p:clrMapOvr>
    <a:masterClrMapping/>
  </p:clrMapOvr>
  <p:transition spd="med"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xmlns="" val="195521445"/>
      </p:ext>
    </p:extLst>
  </p:cSld>
  <p:clrMapOvr>
    <a:masterClrMapping/>
  </p:clrMapOvr>
  <p:transition spd="med"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8182204"/>
      </p:ext>
    </p:extLst>
  </p:cSld>
  <p:clrMapOvr>
    <a:masterClrMapping/>
  </p:clrMapOvr>
  <p:transition spd="med"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4860032" y="987574"/>
            <a:ext cx="3168352" cy="3168352"/>
          </a:xfrm>
          <a:prstGeom prst="ellipse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860032" y="1851670"/>
            <a:ext cx="3168352" cy="10081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0" baseline="0"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2859782"/>
            <a:ext cx="3168352" cy="50405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baseline="0">
                <a:solidFill>
                  <a:schemeClr val="accent2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xmlns="" val="1738235425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zoom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2" r:id="rId8"/>
    <p:sldLayoutId id="2147483676" r:id="rId9"/>
    <p:sldLayoutId id="2147483655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  <p:sldLayoutId id="2147483669" r:id="rId17"/>
    <p:sldLayoutId id="2147483675" r:id="rId18"/>
    <p:sldLayoutId id="2147483677" r:id="rId19"/>
    <p:sldLayoutId id="2147483656" r:id="rId20"/>
  </p:sldLayoutIdLst>
  <p:transition spd="med">
    <p:zoom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 spd="med">
    <p:zoom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76056" y="197779"/>
            <a:ext cx="3887862" cy="4162214"/>
          </a:xfrm>
        </p:spPr>
        <p:txBody>
          <a:bodyPr numCol="1"/>
          <a:lstStyle/>
          <a:p>
            <a:pPr algn="l"/>
            <a:r>
              <a:rPr lang="bg-BG" sz="2200" dirty="0" smtClean="0"/>
              <a:t>Средства за прогнозиране на софтуерни проекти. </a:t>
            </a:r>
          </a:p>
          <a:p>
            <a:pPr algn="l"/>
            <a:r>
              <a:rPr lang="bg-BG" sz="2200" dirty="0" smtClean="0"/>
              <a:t>Анализ на отклонения и </a:t>
            </a:r>
          </a:p>
          <a:p>
            <a:pPr algn="l"/>
            <a:r>
              <a:rPr lang="bg-BG" sz="2200" dirty="0" smtClean="0"/>
              <a:t>препоръки. </a:t>
            </a:r>
          </a:p>
          <a:p>
            <a:pPr algn="l"/>
            <a:r>
              <a:rPr lang="bg-BG" sz="2200" dirty="0" smtClean="0"/>
              <a:t>Преподреждане на </a:t>
            </a:r>
          </a:p>
          <a:p>
            <a:pPr algn="l"/>
            <a:r>
              <a:rPr lang="bg-BG" sz="2200" dirty="0" smtClean="0"/>
              <a:t>незавършени етапи. </a:t>
            </a:r>
          </a:p>
          <a:p>
            <a:pPr algn="l"/>
            <a:r>
              <a:rPr lang="bg-BG" sz="2200" dirty="0" smtClean="0"/>
              <a:t>Сравняване на </a:t>
            </a:r>
            <a:endParaRPr lang="en-US" sz="2200" dirty="0" smtClean="0"/>
          </a:p>
          <a:p>
            <a:pPr algn="l"/>
            <a:r>
              <a:rPr lang="bg-BG" sz="2200" dirty="0" smtClean="0"/>
              <a:t>текущото състояние на </a:t>
            </a:r>
            <a:endParaRPr lang="en-US" sz="2200" dirty="0" smtClean="0"/>
          </a:p>
          <a:p>
            <a:pPr algn="l"/>
            <a:r>
              <a:rPr lang="bg-BG" sz="2200" dirty="0" smtClean="0"/>
              <a:t>дейностите с </a:t>
            </a:r>
          </a:p>
          <a:p>
            <a:pPr algn="l"/>
            <a:r>
              <a:rPr lang="bg-BG" sz="2200" dirty="0" smtClean="0"/>
              <a:t>базовия план.</a:t>
            </a:r>
            <a:endParaRPr lang="en-US" altLang="ko-K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255568" y="4341152"/>
            <a:ext cx="3888432" cy="802348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bg-BG" altLang="ko-KR" dirty="0" smtClean="0"/>
              <a:t>Изготвили: </a:t>
            </a:r>
          </a:p>
          <a:p>
            <a:pPr>
              <a:spcBef>
                <a:spcPts val="0"/>
              </a:spcBef>
              <a:defRPr/>
            </a:pPr>
            <a:r>
              <a:rPr lang="bg-BG" altLang="ko-KR" dirty="0" smtClean="0"/>
              <a:t>Ванина Дамянова и Виктория Куртева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29718413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4032448" y="642924"/>
            <a:ext cx="5111552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bg-BG" sz="2800" dirty="0" smtClean="0">
                <a:solidFill>
                  <a:schemeClr val="accent2"/>
                </a:solidFill>
                <a:cs typeface="Arial" pitchFamily="34" charset="0"/>
              </a:rPr>
              <a:t>Средства за прогнозиране на софтуерни проекти</a:t>
            </a:r>
          </a:p>
          <a:p>
            <a:pPr algn="l"/>
            <a:endParaRPr lang="bg-BG" sz="2800" dirty="0" smtClean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428992" y="1643056"/>
            <a:ext cx="5328592" cy="755937"/>
            <a:chOff x="3414539" y="1203598"/>
            <a:chExt cx="5328592" cy="755937"/>
          </a:xfrm>
        </p:grpSpPr>
        <p:grpSp>
          <p:nvGrpSpPr>
            <p:cNvPr id="13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" name="Rectangle 1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3214678" y="2643188"/>
            <a:ext cx="5328592" cy="755937"/>
            <a:chOff x="3414539" y="1203598"/>
            <a:chExt cx="5328592" cy="755937"/>
          </a:xfrm>
        </p:grpSpPr>
        <p:grpSp>
          <p:nvGrpSpPr>
            <p:cNvPr id="19" name="Group 18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23" name="Rectangle 22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Rectangle 20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3000364" y="3643320"/>
            <a:ext cx="5328592" cy="755937"/>
            <a:chOff x="3414539" y="1203598"/>
            <a:chExt cx="5328592" cy="755937"/>
          </a:xfrm>
        </p:grpSpPr>
        <p:grpSp>
          <p:nvGrpSpPr>
            <p:cNvPr id="27" name="Group 26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31" name="Rectangle 30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Rectangle 28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3643306" y="1714494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28992" y="2714626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14678" y="3714758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43438" y="1857370"/>
            <a:ext cx="330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Прогнозиране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4380474" y="2571759"/>
            <a:ext cx="3837012" cy="747408"/>
            <a:chOff x="4667944" y="1641162"/>
            <a:chExt cx="3837012" cy="747408"/>
          </a:xfrm>
        </p:grpSpPr>
        <p:sp>
          <p:nvSpPr>
            <p:cNvPr id="50" name="TextBox 49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88032" y="1926905"/>
              <a:ext cx="3716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Бюджетиране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027169" y="3483306"/>
            <a:ext cx="3833127" cy="835993"/>
            <a:chOff x="4667944" y="1641162"/>
            <a:chExt cx="3833127" cy="835993"/>
          </a:xfrm>
        </p:grpSpPr>
        <p:sp>
          <p:nvSpPr>
            <p:cNvPr id="53" name="TextBox 52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84147" y="2015490"/>
              <a:ext cx="3716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Методи за прогнозиране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09505599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4380474" y="2571759"/>
            <a:ext cx="3307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714744" y="285734"/>
            <a:ext cx="5328592" cy="755937"/>
            <a:chOff x="3414539" y="1203598"/>
            <a:chExt cx="5328592" cy="755937"/>
          </a:xfrm>
        </p:grpSpPr>
        <p:grpSp>
          <p:nvGrpSpPr>
            <p:cNvPr id="38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45" name="Rectangle 44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Isosceles Triangle 4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Rectangle 39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9" name="TextBox 48"/>
          <p:cNvSpPr txBox="1"/>
          <p:nvPr/>
        </p:nvSpPr>
        <p:spPr>
          <a:xfrm>
            <a:off x="3929058" y="357172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57752" y="500048"/>
            <a:ext cx="330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Прогнозиране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39938" name="Picture 2" descr="Forecast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48" y="1428742"/>
            <a:ext cx="3257550" cy="3467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9505599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4380474" y="2571759"/>
            <a:ext cx="3307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" name="Group 36"/>
          <p:cNvGrpSpPr/>
          <p:nvPr/>
        </p:nvGrpSpPr>
        <p:grpSpPr>
          <a:xfrm>
            <a:off x="3714744" y="285734"/>
            <a:ext cx="5328592" cy="755937"/>
            <a:chOff x="3414539" y="1203598"/>
            <a:chExt cx="5328592" cy="755937"/>
          </a:xfrm>
        </p:grpSpPr>
        <p:grpSp>
          <p:nvGrpSpPr>
            <p:cNvPr id="3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45" name="Rectangle 44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Isosceles Triangle 4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Rectangle 39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2" name="TextBox 51"/>
          <p:cNvSpPr txBox="1"/>
          <p:nvPr/>
        </p:nvSpPr>
        <p:spPr>
          <a:xfrm>
            <a:off x="4857752" y="500048"/>
            <a:ext cx="330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Бюджетиране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29058" y="357172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0962" name="Picture 2" descr="Ð¡Ð²ÑÑÐ·Ð°Ð½Ð¾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620" y="1428742"/>
            <a:ext cx="4743435" cy="35575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9505599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Ð¡Ð²ÑÑÐ·Ð°Ð½Ð¾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71420"/>
            <a:ext cx="5072098" cy="785818"/>
          </a:xfrm>
          <a:prstGeom prst="rect">
            <a:avLst/>
          </a:prstGeom>
          <a:noFill/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1214428"/>
            <a:ext cx="4097363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0562" y="1214429"/>
            <a:ext cx="4500594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55776" y="1707654"/>
            <a:ext cx="6120680" cy="576064"/>
          </a:xfrm>
        </p:spPr>
        <p:txBody>
          <a:bodyPr/>
          <a:lstStyle/>
          <a:p>
            <a:r>
              <a:rPr lang="bg-BG" altLang="ko-KR" sz="5400" dirty="0" smtClean="0"/>
              <a:t>Предимства?</a:t>
            </a:r>
            <a:endParaRPr lang="ko-KR" altLang="en-US" sz="5400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2643758"/>
            <a:ext cx="3142702" cy="2255330"/>
            <a:chOff x="-4613" y="1669093"/>
            <a:chExt cx="3142702" cy="2255330"/>
          </a:xfrm>
        </p:grpSpPr>
        <p:sp>
          <p:nvSpPr>
            <p:cNvPr id="7" name="Rectangle 6"/>
            <p:cNvSpPr/>
            <p:nvPr/>
          </p:nvSpPr>
          <p:spPr>
            <a:xfrm>
              <a:off x="1003498" y="2733275"/>
              <a:ext cx="360040" cy="952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-4613" y="2628280"/>
              <a:ext cx="1128161" cy="129614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 rot="5400000">
              <a:off x="1226741" y="1805890"/>
              <a:ext cx="2048146" cy="1774551"/>
            </a:xfrm>
            <a:custGeom>
              <a:avLst/>
              <a:gdLst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675180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02105 w 1404518"/>
                <a:gd name="connsiteY4" fmla="*/ 2018995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331366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04518"/>
                <a:gd name="connsiteY0" fmla="*/ 1053388 h 2070201"/>
                <a:gd name="connsiteX1" fmla="*/ 124358 w 1404518"/>
                <a:gd name="connsiteY1" fmla="*/ 1382572 h 2070201"/>
                <a:gd name="connsiteX2" fmla="*/ 292608 w 1404518"/>
                <a:gd name="connsiteY2" fmla="*/ 1741017 h 2070201"/>
                <a:gd name="connsiteX3" fmla="*/ 687628 w 1404518"/>
                <a:gd name="connsiteY3" fmla="*/ 2070201 h 2070201"/>
                <a:gd name="connsiteX4" fmla="*/ 1294790 w 1404518"/>
                <a:gd name="connsiteY4" fmla="*/ 2055571 h 2070201"/>
                <a:gd name="connsiteX5" fmla="*/ 1404518 w 1404518"/>
                <a:gd name="connsiteY5" fmla="*/ 1155801 h 2070201"/>
                <a:gd name="connsiteX6" fmla="*/ 1221638 w 1404518"/>
                <a:gd name="connsiteY6" fmla="*/ 768096 h 2070201"/>
                <a:gd name="connsiteX7" fmla="*/ 1177747 w 1404518"/>
                <a:gd name="connsiteY7" fmla="*/ 965606 h 2070201"/>
                <a:gd name="connsiteX8" fmla="*/ 1024128 w 1404518"/>
                <a:gd name="connsiteY8" fmla="*/ 694944 h 2070201"/>
                <a:gd name="connsiteX9" fmla="*/ 921715 w 1404518"/>
                <a:gd name="connsiteY9" fmla="*/ 929030 h 2070201"/>
                <a:gd name="connsiteX10" fmla="*/ 877824 w 1404518"/>
                <a:gd name="connsiteY10" fmla="*/ 629107 h 2070201"/>
                <a:gd name="connsiteX11" fmla="*/ 709574 w 1404518"/>
                <a:gd name="connsiteY11" fmla="*/ 936345 h 2070201"/>
                <a:gd name="connsiteX12" fmla="*/ 526694 w 1404518"/>
                <a:gd name="connsiteY12" fmla="*/ 0 h 2070201"/>
                <a:gd name="connsiteX13" fmla="*/ 468172 w 1404518"/>
                <a:gd name="connsiteY13" fmla="*/ 1338681 h 2070201"/>
                <a:gd name="connsiteX14" fmla="*/ 321868 w 1404518"/>
                <a:gd name="connsiteY14" fmla="*/ 1287475 h 2070201"/>
                <a:gd name="connsiteX15" fmla="*/ 0 w 1404518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13093"/>
                <a:gd name="connsiteY0" fmla="*/ 1053388 h 2070201"/>
                <a:gd name="connsiteX1" fmla="*/ 124358 w 1413093"/>
                <a:gd name="connsiteY1" fmla="*/ 1382572 h 2070201"/>
                <a:gd name="connsiteX2" fmla="*/ 292608 w 1413093"/>
                <a:gd name="connsiteY2" fmla="*/ 1741017 h 2070201"/>
                <a:gd name="connsiteX3" fmla="*/ 687628 w 1413093"/>
                <a:gd name="connsiteY3" fmla="*/ 2070201 h 2070201"/>
                <a:gd name="connsiteX4" fmla="*/ 1294790 w 1413093"/>
                <a:gd name="connsiteY4" fmla="*/ 2055571 h 2070201"/>
                <a:gd name="connsiteX5" fmla="*/ 1404518 w 1413093"/>
                <a:gd name="connsiteY5" fmla="*/ 1155801 h 2070201"/>
                <a:gd name="connsiteX6" fmla="*/ 1221638 w 1413093"/>
                <a:gd name="connsiteY6" fmla="*/ 768096 h 2070201"/>
                <a:gd name="connsiteX7" fmla="*/ 1177747 w 1413093"/>
                <a:gd name="connsiteY7" fmla="*/ 965606 h 2070201"/>
                <a:gd name="connsiteX8" fmla="*/ 1024128 w 1413093"/>
                <a:gd name="connsiteY8" fmla="*/ 694944 h 2070201"/>
                <a:gd name="connsiteX9" fmla="*/ 921715 w 1413093"/>
                <a:gd name="connsiteY9" fmla="*/ 929030 h 2070201"/>
                <a:gd name="connsiteX10" fmla="*/ 877824 w 1413093"/>
                <a:gd name="connsiteY10" fmla="*/ 629107 h 2070201"/>
                <a:gd name="connsiteX11" fmla="*/ 709574 w 1413093"/>
                <a:gd name="connsiteY11" fmla="*/ 936345 h 2070201"/>
                <a:gd name="connsiteX12" fmla="*/ 526694 w 1413093"/>
                <a:gd name="connsiteY12" fmla="*/ 0 h 2070201"/>
                <a:gd name="connsiteX13" fmla="*/ 468172 w 1413093"/>
                <a:gd name="connsiteY13" fmla="*/ 1338681 h 2070201"/>
                <a:gd name="connsiteX14" fmla="*/ 321868 w 1413093"/>
                <a:gd name="connsiteY14" fmla="*/ 1287475 h 2070201"/>
                <a:gd name="connsiteX15" fmla="*/ 0 w 1413093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1024128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877824 w 1404608"/>
                <a:gd name="connsiteY10" fmla="*/ 629107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90042 w 1404608"/>
                <a:gd name="connsiteY10" fmla="*/ 599846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526694 w 1404608"/>
                <a:gd name="connsiteY12" fmla="*/ 0 h 2070201"/>
                <a:gd name="connsiteX13" fmla="*/ 468172 w 1404608"/>
                <a:gd name="connsiteY13" fmla="*/ 1338681 h 2070201"/>
                <a:gd name="connsiteX14" fmla="*/ 321868 w 1404608"/>
                <a:gd name="connsiteY14" fmla="*/ 1287475 h 2070201"/>
                <a:gd name="connsiteX15" fmla="*/ 0 w 1404608"/>
                <a:gd name="connsiteY15" fmla="*/ 1053388 h 2070201"/>
                <a:gd name="connsiteX0" fmla="*/ 0 w 1404608"/>
                <a:gd name="connsiteY0" fmla="*/ 1053388 h 2070201"/>
                <a:gd name="connsiteX1" fmla="*/ 124358 w 1404608"/>
                <a:gd name="connsiteY1" fmla="*/ 1382572 h 2070201"/>
                <a:gd name="connsiteX2" fmla="*/ 292608 w 1404608"/>
                <a:gd name="connsiteY2" fmla="*/ 1741017 h 2070201"/>
                <a:gd name="connsiteX3" fmla="*/ 687628 w 1404608"/>
                <a:gd name="connsiteY3" fmla="*/ 2070201 h 2070201"/>
                <a:gd name="connsiteX4" fmla="*/ 1294790 w 1404608"/>
                <a:gd name="connsiteY4" fmla="*/ 2055571 h 2070201"/>
                <a:gd name="connsiteX5" fmla="*/ 1404518 w 1404608"/>
                <a:gd name="connsiteY5" fmla="*/ 1155801 h 2070201"/>
                <a:gd name="connsiteX6" fmla="*/ 1221638 w 1404608"/>
                <a:gd name="connsiteY6" fmla="*/ 768096 h 2070201"/>
                <a:gd name="connsiteX7" fmla="*/ 1177747 w 1404608"/>
                <a:gd name="connsiteY7" fmla="*/ 965606 h 2070201"/>
                <a:gd name="connsiteX8" fmla="*/ 980236 w 1404608"/>
                <a:gd name="connsiteY8" fmla="*/ 694944 h 2070201"/>
                <a:gd name="connsiteX9" fmla="*/ 921715 w 1404608"/>
                <a:gd name="connsiteY9" fmla="*/ 929030 h 2070201"/>
                <a:gd name="connsiteX10" fmla="*/ 738836 w 1404608"/>
                <a:gd name="connsiteY10" fmla="*/ 592531 h 2070201"/>
                <a:gd name="connsiteX11" fmla="*/ 709574 w 1404608"/>
                <a:gd name="connsiteY11" fmla="*/ 936345 h 2070201"/>
                <a:gd name="connsiteX12" fmla="*/ 702259 w 1404608"/>
                <a:gd name="connsiteY12" fmla="*/ 629107 h 2070201"/>
                <a:gd name="connsiteX13" fmla="*/ 526694 w 1404608"/>
                <a:gd name="connsiteY13" fmla="*/ 0 h 2070201"/>
                <a:gd name="connsiteX14" fmla="*/ 468172 w 1404608"/>
                <a:gd name="connsiteY14" fmla="*/ 1338681 h 2070201"/>
                <a:gd name="connsiteX15" fmla="*/ 321868 w 1404608"/>
                <a:gd name="connsiteY15" fmla="*/ 1287475 h 2070201"/>
                <a:gd name="connsiteX16" fmla="*/ 0 w 1404608"/>
                <a:gd name="connsiteY16" fmla="*/ 1053388 h 2070201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6935 h 2073748"/>
                <a:gd name="connsiteX1" fmla="*/ 124358 w 1404608"/>
                <a:gd name="connsiteY1" fmla="*/ 1386119 h 2073748"/>
                <a:gd name="connsiteX2" fmla="*/ 292608 w 1404608"/>
                <a:gd name="connsiteY2" fmla="*/ 1744564 h 2073748"/>
                <a:gd name="connsiteX3" fmla="*/ 687628 w 1404608"/>
                <a:gd name="connsiteY3" fmla="*/ 2073748 h 2073748"/>
                <a:gd name="connsiteX4" fmla="*/ 1294790 w 1404608"/>
                <a:gd name="connsiteY4" fmla="*/ 2059118 h 2073748"/>
                <a:gd name="connsiteX5" fmla="*/ 1404518 w 1404608"/>
                <a:gd name="connsiteY5" fmla="*/ 1159348 h 2073748"/>
                <a:gd name="connsiteX6" fmla="*/ 1221638 w 1404608"/>
                <a:gd name="connsiteY6" fmla="*/ 771643 h 2073748"/>
                <a:gd name="connsiteX7" fmla="*/ 1177747 w 1404608"/>
                <a:gd name="connsiteY7" fmla="*/ 969153 h 2073748"/>
                <a:gd name="connsiteX8" fmla="*/ 980236 w 1404608"/>
                <a:gd name="connsiteY8" fmla="*/ 698491 h 2073748"/>
                <a:gd name="connsiteX9" fmla="*/ 921715 w 1404608"/>
                <a:gd name="connsiteY9" fmla="*/ 932577 h 2073748"/>
                <a:gd name="connsiteX10" fmla="*/ 738836 w 1404608"/>
                <a:gd name="connsiteY10" fmla="*/ 596078 h 2073748"/>
                <a:gd name="connsiteX11" fmla="*/ 709574 w 1404608"/>
                <a:gd name="connsiteY11" fmla="*/ 939892 h 2073748"/>
                <a:gd name="connsiteX12" fmla="*/ 526694 w 1404608"/>
                <a:gd name="connsiteY12" fmla="*/ 3547 h 2073748"/>
                <a:gd name="connsiteX13" fmla="*/ 468172 w 1404608"/>
                <a:gd name="connsiteY13" fmla="*/ 1342228 h 2073748"/>
                <a:gd name="connsiteX14" fmla="*/ 321868 w 1404608"/>
                <a:gd name="connsiteY14" fmla="*/ 1291022 h 2073748"/>
                <a:gd name="connsiteX15" fmla="*/ 0 w 1404608"/>
                <a:gd name="connsiteY15" fmla="*/ 1056935 h 2073748"/>
                <a:gd name="connsiteX0" fmla="*/ 0 w 1404608"/>
                <a:gd name="connsiteY0" fmla="*/ 1058942 h 2075755"/>
                <a:gd name="connsiteX1" fmla="*/ 124358 w 1404608"/>
                <a:gd name="connsiteY1" fmla="*/ 1388126 h 2075755"/>
                <a:gd name="connsiteX2" fmla="*/ 292608 w 1404608"/>
                <a:gd name="connsiteY2" fmla="*/ 1746571 h 2075755"/>
                <a:gd name="connsiteX3" fmla="*/ 687628 w 1404608"/>
                <a:gd name="connsiteY3" fmla="*/ 2075755 h 2075755"/>
                <a:gd name="connsiteX4" fmla="*/ 1294790 w 1404608"/>
                <a:gd name="connsiteY4" fmla="*/ 2061125 h 2075755"/>
                <a:gd name="connsiteX5" fmla="*/ 1404518 w 1404608"/>
                <a:gd name="connsiteY5" fmla="*/ 1161355 h 2075755"/>
                <a:gd name="connsiteX6" fmla="*/ 1221638 w 1404608"/>
                <a:gd name="connsiteY6" fmla="*/ 773650 h 2075755"/>
                <a:gd name="connsiteX7" fmla="*/ 1177747 w 1404608"/>
                <a:gd name="connsiteY7" fmla="*/ 971160 h 2075755"/>
                <a:gd name="connsiteX8" fmla="*/ 980236 w 1404608"/>
                <a:gd name="connsiteY8" fmla="*/ 700498 h 2075755"/>
                <a:gd name="connsiteX9" fmla="*/ 921715 w 1404608"/>
                <a:gd name="connsiteY9" fmla="*/ 934584 h 2075755"/>
                <a:gd name="connsiteX10" fmla="*/ 738836 w 1404608"/>
                <a:gd name="connsiteY10" fmla="*/ 598085 h 2075755"/>
                <a:gd name="connsiteX11" fmla="*/ 709574 w 1404608"/>
                <a:gd name="connsiteY11" fmla="*/ 941899 h 2075755"/>
                <a:gd name="connsiteX12" fmla="*/ 526694 w 1404608"/>
                <a:gd name="connsiteY12" fmla="*/ 5554 h 2075755"/>
                <a:gd name="connsiteX13" fmla="*/ 468172 w 1404608"/>
                <a:gd name="connsiteY13" fmla="*/ 1344235 h 2075755"/>
                <a:gd name="connsiteX14" fmla="*/ 321868 w 1404608"/>
                <a:gd name="connsiteY14" fmla="*/ 1293029 h 2075755"/>
                <a:gd name="connsiteX15" fmla="*/ 0 w 1404608"/>
                <a:gd name="connsiteY15" fmla="*/ 1058942 h 2075755"/>
                <a:gd name="connsiteX0" fmla="*/ 0 w 1404608"/>
                <a:gd name="connsiteY0" fmla="*/ 1029958 h 2046771"/>
                <a:gd name="connsiteX1" fmla="*/ 124358 w 1404608"/>
                <a:gd name="connsiteY1" fmla="*/ 1359142 h 2046771"/>
                <a:gd name="connsiteX2" fmla="*/ 292608 w 1404608"/>
                <a:gd name="connsiteY2" fmla="*/ 1717587 h 2046771"/>
                <a:gd name="connsiteX3" fmla="*/ 687628 w 1404608"/>
                <a:gd name="connsiteY3" fmla="*/ 2046771 h 2046771"/>
                <a:gd name="connsiteX4" fmla="*/ 1294790 w 1404608"/>
                <a:gd name="connsiteY4" fmla="*/ 2032141 h 2046771"/>
                <a:gd name="connsiteX5" fmla="*/ 1404518 w 1404608"/>
                <a:gd name="connsiteY5" fmla="*/ 1132371 h 2046771"/>
                <a:gd name="connsiteX6" fmla="*/ 1221638 w 1404608"/>
                <a:gd name="connsiteY6" fmla="*/ 744666 h 2046771"/>
                <a:gd name="connsiteX7" fmla="*/ 1177747 w 1404608"/>
                <a:gd name="connsiteY7" fmla="*/ 942176 h 2046771"/>
                <a:gd name="connsiteX8" fmla="*/ 980236 w 1404608"/>
                <a:gd name="connsiteY8" fmla="*/ 671514 h 2046771"/>
                <a:gd name="connsiteX9" fmla="*/ 921715 w 1404608"/>
                <a:gd name="connsiteY9" fmla="*/ 905600 h 2046771"/>
                <a:gd name="connsiteX10" fmla="*/ 738836 w 1404608"/>
                <a:gd name="connsiteY10" fmla="*/ 569101 h 2046771"/>
                <a:gd name="connsiteX11" fmla="*/ 709574 w 1404608"/>
                <a:gd name="connsiteY11" fmla="*/ 912915 h 2046771"/>
                <a:gd name="connsiteX12" fmla="*/ 526694 w 1404608"/>
                <a:gd name="connsiteY12" fmla="*/ 5831 h 2046771"/>
                <a:gd name="connsiteX13" fmla="*/ 468172 w 1404608"/>
                <a:gd name="connsiteY13" fmla="*/ 1315251 h 2046771"/>
                <a:gd name="connsiteX14" fmla="*/ 321868 w 1404608"/>
                <a:gd name="connsiteY14" fmla="*/ 1264045 h 2046771"/>
                <a:gd name="connsiteX15" fmla="*/ 0 w 1404608"/>
                <a:gd name="connsiteY15" fmla="*/ 1029958 h 2046771"/>
                <a:gd name="connsiteX0" fmla="*/ 0 w 1404608"/>
                <a:gd name="connsiteY0" fmla="*/ 1024127 h 2040940"/>
                <a:gd name="connsiteX1" fmla="*/ 124358 w 1404608"/>
                <a:gd name="connsiteY1" fmla="*/ 1353311 h 2040940"/>
                <a:gd name="connsiteX2" fmla="*/ 292608 w 1404608"/>
                <a:gd name="connsiteY2" fmla="*/ 1711756 h 2040940"/>
                <a:gd name="connsiteX3" fmla="*/ 687628 w 1404608"/>
                <a:gd name="connsiteY3" fmla="*/ 2040940 h 2040940"/>
                <a:gd name="connsiteX4" fmla="*/ 1294790 w 1404608"/>
                <a:gd name="connsiteY4" fmla="*/ 2026310 h 2040940"/>
                <a:gd name="connsiteX5" fmla="*/ 1404518 w 1404608"/>
                <a:gd name="connsiteY5" fmla="*/ 1126540 h 2040940"/>
                <a:gd name="connsiteX6" fmla="*/ 1221638 w 1404608"/>
                <a:gd name="connsiteY6" fmla="*/ 738835 h 2040940"/>
                <a:gd name="connsiteX7" fmla="*/ 1177747 w 1404608"/>
                <a:gd name="connsiteY7" fmla="*/ 936345 h 2040940"/>
                <a:gd name="connsiteX8" fmla="*/ 980236 w 1404608"/>
                <a:gd name="connsiteY8" fmla="*/ 665683 h 2040940"/>
                <a:gd name="connsiteX9" fmla="*/ 921715 w 1404608"/>
                <a:gd name="connsiteY9" fmla="*/ 899769 h 2040940"/>
                <a:gd name="connsiteX10" fmla="*/ 738836 w 1404608"/>
                <a:gd name="connsiteY10" fmla="*/ 563270 h 2040940"/>
                <a:gd name="connsiteX11" fmla="*/ 709574 w 1404608"/>
                <a:gd name="connsiteY11" fmla="*/ 907084 h 2040940"/>
                <a:gd name="connsiteX12" fmla="*/ 526694 w 1404608"/>
                <a:gd name="connsiteY12" fmla="*/ 0 h 2040940"/>
                <a:gd name="connsiteX13" fmla="*/ 468172 w 1404608"/>
                <a:gd name="connsiteY13" fmla="*/ 1309420 h 2040940"/>
                <a:gd name="connsiteX14" fmla="*/ 321868 w 1404608"/>
                <a:gd name="connsiteY14" fmla="*/ 1258214 h 2040940"/>
                <a:gd name="connsiteX15" fmla="*/ 0 w 1404608"/>
                <a:gd name="connsiteY15" fmla="*/ 1024127 h 2040940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614 h 2041427"/>
                <a:gd name="connsiteX1" fmla="*/ 124358 w 1404608"/>
                <a:gd name="connsiteY1" fmla="*/ 1353798 h 2041427"/>
                <a:gd name="connsiteX2" fmla="*/ 292608 w 1404608"/>
                <a:gd name="connsiteY2" fmla="*/ 1712243 h 2041427"/>
                <a:gd name="connsiteX3" fmla="*/ 687628 w 1404608"/>
                <a:gd name="connsiteY3" fmla="*/ 2041427 h 2041427"/>
                <a:gd name="connsiteX4" fmla="*/ 1294790 w 1404608"/>
                <a:gd name="connsiteY4" fmla="*/ 2026797 h 2041427"/>
                <a:gd name="connsiteX5" fmla="*/ 1404518 w 1404608"/>
                <a:gd name="connsiteY5" fmla="*/ 1127027 h 2041427"/>
                <a:gd name="connsiteX6" fmla="*/ 1221638 w 1404608"/>
                <a:gd name="connsiteY6" fmla="*/ 739322 h 2041427"/>
                <a:gd name="connsiteX7" fmla="*/ 1177747 w 1404608"/>
                <a:gd name="connsiteY7" fmla="*/ 936832 h 2041427"/>
                <a:gd name="connsiteX8" fmla="*/ 980236 w 1404608"/>
                <a:gd name="connsiteY8" fmla="*/ 666170 h 2041427"/>
                <a:gd name="connsiteX9" fmla="*/ 921715 w 1404608"/>
                <a:gd name="connsiteY9" fmla="*/ 900256 h 2041427"/>
                <a:gd name="connsiteX10" fmla="*/ 738836 w 1404608"/>
                <a:gd name="connsiteY10" fmla="*/ 563757 h 2041427"/>
                <a:gd name="connsiteX11" fmla="*/ 709574 w 1404608"/>
                <a:gd name="connsiteY11" fmla="*/ 907571 h 2041427"/>
                <a:gd name="connsiteX12" fmla="*/ 526694 w 1404608"/>
                <a:gd name="connsiteY12" fmla="*/ 487 h 2041427"/>
                <a:gd name="connsiteX13" fmla="*/ 468172 w 1404608"/>
                <a:gd name="connsiteY13" fmla="*/ 1309907 h 2041427"/>
                <a:gd name="connsiteX14" fmla="*/ 321868 w 1404608"/>
                <a:gd name="connsiteY14" fmla="*/ 1258701 h 2041427"/>
                <a:gd name="connsiteX15" fmla="*/ 0 w 1404608"/>
                <a:gd name="connsiteY15" fmla="*/ 1024614 h 2041427"/>
                <a:gd name="connsiteX0" fmla="*/ 0 w 1404608"/>
                <a:gd name="connsiteY0" fmla="*/ 1024370 h 2041183"/>
                <a:gd name="connsiteX1" fmla="*/ 124358 w 1404608"/>
                <a:gd name="connsiteY1" fmla="*/ 1353554 h 2041183"/>
                <a:gd name="connsiteX2" fmla="*/ 292608 w 1404608"/>
                <a:gd name="connsiteY2" fmla="*/ 1711999 h 2041183"/>
                <a:gd name="connsiteX3" fmla="*/ 687628 w 1404608"/>
                <a:gd name="connsiteY3" fmla="*/ 2041183 h 2041183"/>
                <a:gd name="connsiteX4" fmla="*/ 1294790 w 1404608"/>
                <a:gd name="connsiteY4" fmla="*/ 2026553 h 2041183"/>
                <a:gd name="connsiteX5" fmla="*/ 1404518 w 1404608"/>
                <a:gd name="connsiteY5" fmla="*/ 1126783 h 2041183"/>
                <a:gd name="connsiteX6" fmla="*/ 1221638 w 1404608"/>
                <a:gd name="connsiteY6" fmla="*/ 739078 h 2041183"/>
                <a:gd name="connsiteX7" fmla="*/ 1177747 w 1404608"/>
                <a:gd name="connsiteY7" fmla="*/ 936588 h 2041183"/>
                <a:gd name="connsiteX8" fmla="*/ 980236 w 1404608"/>
                <a:gd name="connsiteY8" fmla="*/ 665926 h 2041183"/>
                <a:gd name="connsiteX9" fmla="*/ 921715 w 1404608"/>
                <a:gd name="connsiteY9" fmla="*/ 900012 h 2041183"/>
                <a:gd name="connsiteX10" fmla="*/ 738836 w 1404608"/>
                <a:gd name="connsiteY10" fmla="*/ 563513 h 2041183"/>
                <a:gd name="connsiteX11" fmla="*/ 709574 w 1404608"/>
                <a:gd name="connsiteY11" fmla="*/ 907327 h 2041183"/>
                <a:gd name="connsiteX12" fmla="*/ 526694 w 1404608"/>
                <a:gd name="connsiteY12" fmla="*/ 243 h 2041183"/>
                <a:gd name="connsiteX13" fmla="*/ 468172 w 1404608"/>
                <a:gd name="connsiteY13" fmla="*/ 1309663 h 2041183"/>
                <a:gd name="connsiteX14" fmla="*/ 321868 w 1404608"/>
                <a:gd name="connsiteY14" fmla="*/ 1258457 h 2041183"/>
                <a:gd name="connsiteX15" fmla="*/ 0 w 1404608"/>
                <a:gd name="connsiteY15" fmla="*/ 1024370 h 2041183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83 h 2041196"/>
                <a:gd name="connsiteX1" fmla="*/ 124358 w 1404608"/>
                <a:gd name="connsiteY1" fmla="*/ 1353567 h 2041196"/>
                <a:gd name="connsiteX2" fmla="*/ 292608 w 1404608"/>
                <a:gd name="connsiteY2" fmla="*/ 1712012 h 2041196"/>
                <a:gd name="connsiteX3" fmla="*/ 687628 w 1404608"/>
                <a:gd name="connsiteY3" fmla="*/ 2041196 h 2041196"/>
                <a:gd name="connsiteX4" fmla="*/ 1294790 w 1404608"/>
                <a:gd name="connsiteY4" fmla="*/ 2026566 h 2041196"/>
                <a:gd name="connsiteX5" fmla="*/ 1404518 w 1404608"/>
                <a:gd name="connsiteY5" fmla="*/ 1126796 h 2041196"/>
                <a:gd name="connsiteX6" fmla="*/ 1221638 w 1404608"/>
                <a:gd name="connsiteY6" fmla="*/ 739091 h 2041196"/>
                <a:gd name="connsiteX7" fmla="*/ 1177747 w 1404608"/>
                <a:gd name="connsiteY7" fmla="*/ 936601 h 2041196"/>
                <a:gd name="connsiteX8" fmla="*/ 980236 w 1404608"/>
                <a:gd name="connsiteY8" fmla="*/ 665939 h 2041196"/>
                <a:gd name="connsiteX9" fmla="*/ 921715 w 1404608"/>
                <a:gd name="connsiteY9" fmla="*/ 900025 h 2041196"/>
                <a:gd name="connsiteX10" fmla="*/ 738836 w 1404608"/>
                <a:gd name="connsiteY10" fmla="*/ 563526 h 2041196"/>
                <a:gd name="connsiteX11" fmla="*/ 709574 w 1404608"/>
                <a:gd name="connsiteY11" fmla="*/ 907340 h 2041196"/>
                <a:gd name="connsiteX12" fmla="*/ 526694 w 1404608"/>
                <a:gd name="connsiteY12" fmla="*/ 256 h 2041196"/>
                <a:gd name="connsiteX13" fmla="*/ 453541 w 1404608"/>
                <a:gd name="connsiteY13" fmla="*/ 1258469 h 2041196"/>
                <a:gd name="connsiteX14" fmla="*/ 321868 w 1404608"/>
                <a:gd name="connsiteY14" fmla="*/ 1258470 h 2041196"/>
                <a:gd name="connsiteX15" fmla="*/ 0 w 1404608"/>
                <a:gd name="connsiteY15" fmla="*/ 1024383 h 2041196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04608"/>
                <a:gd name="connsiteY0" fmla="*/ 1024369 h 2041182"/>
                <a:gd name="connsiteX1" fmla="*/ 124358 w 1404608"/>
                <a:gd name="connsiteY1" fmla="*/ 1353553 h 2041182"/>
                <a:gd name="connsiteX2" fmla="*/ 292608 w 1404608"/>
                <a:gd name="connsiteY2" fmla="*/ 1711998 h 2041182"/>
                <a:gd name="connsiteX3" fmla="*/ 687628 w 1404608"/>
                <a:gd name="connsiteY3" fmla="*/ 2041182 h 2041182"/>
                <a:gd name="connsiteX4" fmla="*/ 1294790 w 1404608"/>
                <a:gd name="connsiteY4" fmla="*/ 2026552 h 2041182"/>
                <a:gd name="connsiteX5" fmla="*/ 1404518 w 1404608"/>
                <a:gd name="connsiteY5" fmla="*/ 1126782 h 2041182"/>
                <a:gd name="connsiteX6" fmla="*/ 1221638 w 1404608"/>
                <a:gd name="connsiteY6" fmla="*/ 739077 h 2041182"/>
                <a:gd name="connsiteX7" fmla="*/ 1177747 w 1404608"/>
                <a:gd name="connsiteY7" fmla="*/ 936587 h 2041182"/>
                <a:gd name="connsiteX8" fmla="*/ 980236 w 1404608"/>
                <a:gd name="connsiteY8" fmla="*/ 665925 h 2041182"/>
                <a:gd name="connsiteX9" fmla="*/ 921715 w 1404608"/>
                <a:gd name="connsiteY9" fmla="*/ 900011 h 2041182"/>
                <a:gd name="connsiteX10" fmla="*/ 738836 w 1404608"/>
                <a:gd name="connsiteY10" fmla="*/ 563512 h 2041182"/>
                <a:gd name="connsiteX11" fmla="*/ 709574 w 1404608"/>
                <a:gd name="connsiteY11" fmla="*/ 907326 h 2041182"/>
                <a:gd name="connsiteX12" fmla="*/ 526694 w 1404608"/>
                <a:gd name="connsiteY12" fmla="*/ 242 h 2041182"/>
                <a:gd name="connsiteX13" fmla="*/ 456712 w 1404608"/>
                <a:gd name="connsiteY13" fmla="*/ 1312361 h 2041182"/>
                <a:gd name="connsiteX14" fmla="*/ 321868 w 1404608"/>
                <a:gd name="connsiteY14" fmla="*/ 1258456 h 2041182"/>
                <a:gd name="connsiteX15" fmla="*/ 0 w 1404608"/>
                <a:gd name="connsiteY15" fmla="*/ 102436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0 w 1420463"/>
                <a:gd name="connsiteY0" fmla="*/ 957779 h 2041182"/>
                <a:gd name="connsiteX1" fmla="*/ 140213 w 1420463"/>
                <a:gd name="connsiteY1" fmla="*/ 1353553 h 2041182"/>
                <a:gd name="connsiteX2" fmla="*/ 308463 w 1420463"/>
                <a:gd name="connsiteY2" fmla="*/ 1711998 h 2041182"/>
                <a:gd name="connsiteX3" fmla="*/ 703483 w 1420463"/>
                <a:gd name="connsiteY3" fmla="*/ 2041182 h 2041182"/>
                <a:gd name="connsiteX4" fmla="*/ 1310645 w 1420463"/>
                <a:gd name="connsiteY4" fmla="*/ 2026552 h 2041182"/>
                <a:gd name="connsiteX5" fmla="*/ 1420373 w 1420463"/>
                <a:gd name="connsiteY5" fmla="*/ 1126782 h 2041182"/>
                <a:gd name="connsiteX6" fmla="*/ 1237493 w 1420463"/>
                <a:gd name="connsiteY6" fmla="*/ 739077 h 2041182"/>
                <a:gd name="connsiteX7" fmla="*/ 1193602 w 1420463"/>
                <a:gd name="connsiteY7" fmla="*/ 936587 h 2041182"/>
                <a:gd name="connsiteX8" fmla="*/ 996091 w 1420463"/>
                <a:gd name="connsiteY8" fmla="*/ 665925 h 2041182"/>
                <a:gd name="connsiteX9" fmla="*/ 937570 w 1420463"/>
                <a:gd name="connsiteY9" fmla="*/ 900011 h 2041182"/>
                <a:gd name="connsiteX10" fmla="*/ 754691 w 1420463"/>
                <a:gd name="connsiteY10" fmla="*/ 563512 h 2041182"/>
                <a:gd name="connsiteX11" fmla="*/ 725429 w 1420463"/>
                <a:gd name="connsiteY11" fmla="*/ 907326 h 2041182"/>
                <a:gd name="connsiteX12" fmla="*/ 542549 w 1420463"/>
                <a:gd name="connsiteY12" fmla="*/ 242 h 2041182"/>
                <a:gd name="connsiteX13" fmla="*/ 472567 w 1420463"/>
                <a:gd name="connsiteY13" fmla="*/ 1312361 h 2041182"/>
                <a:gd name="connsiteX14" fmla="*/ 337723 w 1420463"/>
                <a:gd name="connsiteY14" fmla="*/ 1258456 h 2041182"/>
                <a:gd name="connsiteX15" fmla="*/ 0 w 1420463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55410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36384 w 1421182"/>
                <a:gd name="connsiteY10" fmla="*/ 563512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38289 w 1421182"/>
                <a:gd name="connsiteY9" fmla="*/ 900011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96810 w 1421182"/>
                <a:gd name="connsiteY8" fmla="*/ 665925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94321 w 1421182"/>
                <a:gd name="connsiteY7" fmla="*/ 936587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59583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238212 w 1421182"/>
                <a:gd name="connsiteY6" fmla="*/ 739077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55588 w 1421182"/>
                <a:gd name="connsiteY8" fmla="*/ 618361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87477 w 1421182"/>
                <a:gd name="connsiteY6" fmla="*/ 691513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6148 w 1421182"/>
                <a:gd name="connsiteY11" fmla="*/ 907326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47802 w 1421182"/>
                <a:gd name="connsiteY9" fmla="*/ 906353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78466 w 1421182"/>
                <a:gd name="connsiteY7" fmla="*/ 927074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62110 w 1421182"/>
                <a:gd name="connsiteY6" fmla="*/ 682000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779 h 2041182"/>
                <a:gd name="connsiteX1" fmla="*/ 140932 w 1421182"/>
                <a:gd name="connsiteY1" fmla="*/ 1353553 h 2041182"/>
                <a:gd name="connsiteX2" fmla="*/ 309182 w 1421182"/>
                <a:gd name="connsiteY2" fmla="*/ 1711998 h 2041182"/>
                <a:gd name="connsiteX3" fmla="*/ 704202 w 1421182"/>
                <a:gd name="connsiteY3" fmla="*/ 2041182 h 2041182"/>
                <a:gd name="connsiteX4" fmla="*/ 1311364 w 1421182"/>
                <a:gd name="connsiteY4" fmla="*/ 2026552 h 2041182"/>
                <a:gd name="connsiteX5" fmla="*/ 1421092 w 1421182"/>
                <a:gd name="connsiteY5" fmla="*/ 1126782 h 2041182"/>
                <a:gd name="connsiteX6" fmla="*/ 1152597 w 1421182"/>
                <a:gd name="connsiteY6" fmla="*/ 669316 h 2041182"/>
                <a:gd name="connsiteX7" fmla="*/ 1168953 w 1421182"/>
                <a:gd name="connsiteY7" fmla="*/ 968296 h 2041182"/>
                <a:gd name="connsiteX8" fmla="*/ 927050 w 1421182"/>
                <a:gd name="connsiteY8" fmla="*/ 615190 h 2041182"/>
                <a:gd name="connsiteX9" fmla="*/ 957315 w 1421182"/>
                <a:gd name="connsiteY9" fmla="*/ 944404 h 2041182"/>
                <a:gd name="connsiteX10" fmla="*/ 711016 w 1421182"/>
                <a:gd name="connsiteY10" fmla="*/ 569854 h 2041182"/>
                <a:gd name="connsiteX11" fmla="*/ 729319 w 1421182"/>
                <a:gd name="connsiteY11" fmla="*/ 958061 h 2041182"/>
                <a:gd name="connsiteX12" fmla="*/ 543268 w 1421182"/>
                <a:gd name="connsiteY12" fmla="*/ 242 h 2041182"/>
                <a:gd name="connsiteX13" fmla="*/ 473286 w 1421182"/>
                <a:gd name="connsiteY13" fmla="*/ 1312361 h 2041182"/>
                <a:gd name="connsiteX14" fmla="*/ 338442 w 1421182"/>
                <a:gd name="connsiteY14" fmla="*/ 1258456 h 2041182"/>
                <a:gd name="connsiteX15" fmla="*/ 719 w 1421182"/>
                <a:gd name="connsiteY15" fmla="*/ 957779 h 2041182"/>
                <a:gd name="connsiteX0" fmla="*/ 719 w 1421182"/>
                <a:gd name="connsiteY0" fmla="*/ 957537 h 2040940"/>
                <a:gd name="connsiteX1" fmla="*/ 140932 w 1421182"/>
                <a:gd name="connsiteY1" fmla="*/ 1353311 h 2040940"/>
                <a:gd name="connsiteX2" fmla="*/ 309182 w 1421182"/>
                <a:gd name="connsiteY2" fmla="*/ 1711756 h 2040940"/>
                <a:gd name="connsiteX3" fmla="*/ 704202 w 1421182"/>
                <a:gd name="connsiteY3" fmla="*/ 2040940 h 2040940"/>
                <a:gd name="connsiteX4" fmla="*/ 1311364 w 1421182"/>
                <a:gd name="connsiteY4" fmla="*/ 2026310 h 2040940"/>
                <a:gd name="connsiteX5" fmla="*/ 1421092 w 1421182"/>
                <a:gd name="connsiteY5" fmla="*/ 1126540 h 2040940"/>
                <a:gd name="connsiteX6" fmla="*/ 1152597 w 1421182"/>
                <a:gd name="connsiteY6" fmla="*/ 669074 h 2040940"/>
                <a:gd name="connsiteX7" fmla="*/ 1168953 w 1421182"/>
                <a:gd name="connsiteY7" fmla="*/ 968054 h 2040940"/>
                <a:gd name="connsiteX8" fmla="*/ 927050 w 1421182"/>
                <a:gd name="connsiteY8" fmla="*/ 614948 h 2040940"/>
                <a:gd name="connsiteX9" fmla="*/ 957315 w 1421182"/>
                <a:gd name="connsiteY9" fmla="*/ 944162 h 2040940"/>
                <a:gd name="connsiteX10" fmla="*/ 711016 w 1421182"/>
                <a:gd name="connsiteY10" fmla="*/ 569612 h 2040940"/>
                <a:gd name="connsiteX11" fmla="*/ 729319 w 1421182"/>
                <a:gd name="connsiteY11" fmla="*/ 957819 h 2040940"/>
                <a:gd name="connsiteX12" fmla="*/ 543268 w 1421182"/>
                <a:gd name="connsiteY12" fmla="*/ 0 h 2040940"/>
                <a:gd name="connsiteX13" fmla="*/ 473286 w 1421182"/>
                <a:gd name="connsiteY13" fmla="*/ 1312119 h 2040940"/>
                <a:gd name="connsiteX14" fmla="*/ 338442 w 1421182"/>
                <a:gd name="connsiteY14" fmla="*/ 1258214 h 2040940"/>
                <a:gd name="connsiteX15" fmla="*/ 719 w 1421182"/>
                <a:gd name="connsiteY15" fmla="*/ 957537 h 2040940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40948"/>
                <a:gd name="connsiteX1" fmla="*/ 140932 w 1421182"/>
                <a:gd name="connsiteY1" fmla="*/ 1353319 h 2040948"/>
                <a:gd name="connsiteX2" fmla="*/ 309182 w 1421182"/>
                <a:gd name="connsiteY2" fmla="*/ 1711764 h 2040948"/>
                <a:gd name="connsiteX3" fmla="*/ 704202 w 1421182"/>
                <a:gd name="connsiteY3" fmla="*/ 2040948 h 2040948"/>
                <a:gd name="connsiteX4" fmla="*/ 1311364 w 1421182"/>
                <a:gd name="connsiteY4" fmla="*/ 2026318 h 2040948"/>
                <a:gd name="connsiteX5" fmla="*/ 1421092 w 1421182"/>
                <a:gd name="connsiteY5" fmla="*/ 1126548 h 2040948"/>
                <a:gd name="connsiteX6" fmla="*/ 1152597 w 1421182"/>
                <a:gd name="connsiteY6" fmla="*/ 669082 h 2040948"/>
                <a:gd name="connsiteX7" fmla="*/ 1168953 w 1421182"/>
                <a:gd name="connsiteY7" fmla="*/ 968062 h 2040948"/>
                <a:gd name="connsiteX8" fmla="*/ 927050 w 1421182"/>
                <a:gd name="connsiteY8" fmla="*/ 614956 h 2040948"/>
                <a:gd name="connsiteX9" fmla="*/ 957315 w 1421182"/>
                <a:gd name="connsiteY9" fmla="*/ 944170 h 2040948"/>
                <a:gd name="connsiteX10" fmla="*/ 711016 w 1421182"/>
                <a:gd name="connsiteY10" fmla="*/ 569620 h 2040948"/>
                <a:gd name="connsiteX11" fmla="*/ 729319 w 1421182"/>
                <a:gd name="connsiteY11" fmla="*/ 957827 h 2040948"/>
                <a:gd name="connsiteX12" fmla="*/ 543268 w 1421182"/>
                <a:gd name="connsiteY12" fmla="*/ 8 h 2040948"/>
                <a:gd name="connsiteX13" fmla="*/ 473286 w 1421182"/>
                <a:gd name="connsiteY13" fmla="*/ 1312127 h 2040948"/>
                <a:gd name="connsiteX14" fmla="*/ 338442 w 1421182"/>
                <a:gd name="connsiteY14" fmla="*/ 1258222 h 2040948"/>
                <a:gd name="connsiteX15" fmla="*/ 719 w 1421182"/>
                <a:gd name="connsiteY15" fmla="*/ 957545 h 2040948"/>
                <a:gd name="connsiteX0" fmla="*/ 719 w 1421182"/>
                <a:gd name="connsiteY0" fmla="*/ 957545 h 2026318"/>
                <a:gd name="connsiteX1" fmla="*/ 140932 w 1421182"/>
                <a:gd name="connsiteY1" fmla="*/ 1353319 h 2026318"/>
                <a:gd name="connsiteX2" fmla="*/ 309182 w 1421182"/>
                <a:gd name="connsiteY2" fmla="*/ 1711764 h 2026318"/>
                <a:gd name="connsiteX3" fmla="*/ 693290 w 1421182"/>
                <a:gd name="connsiteY3" fmla="*/ 2019121 h 2026318"/>
                <a:gd name="connsiteX4" fmla="*/ 1311364 w 1421182"/>
                <a:gd name="connsiteY4" fmla="*/ 2026318 h 2026318"/>
                <a:gd name="connsiteX5" fmla="*/ 1421092 w 1421182"/>
                <a:gd name="connsiteY5" fmla="*/ 1126548 h 2026318"/>
                <a:gd name="connsiteX6" fmla="*/ 1152597 w 1421182"/>
                <a:gd name="connsiteY6" fmla="*/ 669082 h 2026318"/>
                <a:gd name="connsiteX7" fmla="*/ 1168953 w 1421182"/>
                <a:gd name="connsiteY7" fmla="*/ 968062 h 2026318"/>
                <a:gd name="connsiteX8" fmla="*/ 927050 w 1421182"/>
                <a:gd name="connsiteY8" fmla="*/ 614956 h 2026318"/>
                <a:gd name="connsiteX9" fmla="*/ 957315 w 1421182"/>
                <a:gd name="connsiteY9" fmla="*/ 944170 h 2026318"/>
                <a:gd name="connsiteX10" fmla="*/ 711016 w 1421182"/>
                <a:gd name="connsiteY10" fmla="*/ 569620 h 2026318"/>
                <a:gd name="connsiteX11" fmla="*/ 729319 w 1421182"/>
                <a:gd name="connsiteY11" fmla="*/ 957827 h 2026318"/>
                <a:gd name="connsiteX12" fmla="*/ 543268 w 1421182"/>
                <a:gd name="connsiteY12" fmla="*/ 8 h 2026318"/>
                <a:gd name="connsiteX13" fmla="*/ 473286 w 1421182"/>
                <a:gd name="connsiteY13" fmla="*/ 1312127 h 2026318"/>
                <a:gd name="connsiteX14" fmla="*/ 338442 w 1421182"/>
                <a:gd name="connsiteY14" fmla="*/ 1258222 h 2026318"/>
                <a:gd name="connsiteX15" fmla="*/ 719 w 1421182"/>
                <a:gd name="connsiteY15" fmla="*/ 957545 h 2026318"/>
                <a:gd name="connsiteX0" fmla="*/ 719 w 1421182"/>
                <a:gd name="connsiteY0" fmla="*/ 422200 h 1490973"/>
                <a:gd name="connsiteX1" fmla="*/ 140932 w 1421182"/>
                <a:gd name="connsiteY1" fmla="*/ 817974 h 1490973"/>
                <a:gd name="connsiteX2" fmla="*/ 309182 w 1421182"/>
                <a:gd name="connsiteY2" fmla="*/ 1176419 h 1490973"/>
                <a:gd name="connsiteX3" fmla="*/ 693290 w 1421182"/>
                <a:gd name="connsiteY3" fmla="*/ 1483776 h 1490973"/>
                <a:gd name="connsiteX4" fmla="*/ 1311364 w 1421182"/>
                <a:gd name="connsiteY4" fmla="*/ 1490973 h 1490973"/>
                <a:gd name="connsiteX5" fmla="*/ 1421092 w 1421182"/>
                <a:gd name="connsiteY5" fmla="*/ 591203 h 1490973"/>
                <a:gd name="connsiteX6" fmla="*/ 1152597 w 1421182"/>
                <a:gd name="connsiteY6" fmla="*/ 133737 h 1490973"/>
                <a:gd name="connsiteX7" fmla="*/ 1168953 w 1421182"/>
                <a:gd name="connsiteY7" fmla="*/ 432717 h 1490973"/>
                <a:gd name="connsiteX8" fmla="*/ 927050 w 1421182"/>
                <a:gd name="connsiteY8" fmla="*/ 79611 h 1490973"/>
                <a:gd name="connsiteX9" fmla="*/ 957315 w 1421182"/>
                <a:gd name="connsiteY9" fmla="*/ 408825 h 1490973"/>
                <a:gd name="connsiteX10" fmla="*/ 711016 w 1421182"/>
                <a:gd name="connsiteY10" fmla="*/ 34275 h 1490973"/>
                <a:gd name="connsiteX11" fmla="*/ 729319 w 1421182"/>
                <a:gd name="connsiteY11" fmla="*/ 422482 h 1490973"/>
                <a:gd name="connsiteX12" fmla="*/ 553923 w 1421182"/>
                <a:gd name="connsiteY12" fmla="*/ 1051 h 1490973"/>
                <a:gd name="connsiteX13" fmla="*/ 473286 w 1421182"/>
                <a:gd name="connsiteY13" fmla="*/ 776782 h 1490973"/>
                <a:gd name="connsiteX14" fmla="*/ 338442 w 1421182"/>
                <a:gd name="connsiteY14" fmla="*/ 722877 h 1490973"/>
                <a:gd name="connsiteX15" fmla="*/ 719 w 1421182"/>
                <a:gd name="connsiteY15" fmla="*/ 422200 h 1490973"/>
                <a:gd name="connsiteX0" fmla="*/ 719 w 1421182"/>
                <a:gd name="connsiteY0" fmla="*/ 422200 h 1490973"/>
                <a:gd name="connsiteX1" fmla="*/ 140932 w 1421182"/>
                <a:gd name="connsiteY1" fmla="*/ 817974 h 1490973"/>
                <a:gd name="connsiteX2" fmla="*/ 309182 w 1421182"/>
                <a:gd name="connsiteY2" fmla="*/ 1176419 h 1490973"/>
                <a:gd name="connsiteX3" fmla="*/ 693290 w 1421182"/>
                <a:gd name="connsiteY3" fmla="*/ 1483776 h 1490973"/>
                <a:gd name="connsiteX4" fmla="*/ 1311364 w 1421182"/>
                <a:gd name="connsiteY4" fmla="*/ 1490973 h 1490973"/>
                <a:gd name="connsiteX5" fmla="*/ 1421092 w 1421182"/>
                <a:gd name="connsiteY5" fmla="*/ 591203 h 1490973"/>
                <a:gd name="connsiteX6" fmla="*/ 1152597 w 1421182"/>
                <a:gd name="connsiteY6" fmla="*/ 133737 h 1490973"/>
                <a:gd name="connsiteX7" fmla="*/ 1168953 w 1421182"/>
                <a:gd name="connsiteY7" fmla="*/ 432717 h 1490973"/>
                <a:gd name="connsiteX8" fmla="*/ 927050 w 1421182"/>
                <a:gd name="connsiteY8" fmla="*/ 79611 h 1490973"/>
                <a:gd name="connsiteX9" fmla="*/ 957315 w 1421182"/>
                <a:gd name="connsiteY9" fmla="*/ 408825 h 1490973"/>
                <a:gd name="connsiteX10" fmla="*/ 689705 w 1421182"/>
                <a:gd name="connsiteY10" fmla="*/ 41379 h 1490973"/>
                <a:gd name="connsiteX11" fmla="*/ 729319 w 1421182"/>
                <a:gd name="connsiteY11" fmla="*/ 422482 h 1490973"/>
                <a:gd name="connsiteX12" fmla="*/ 553923 w 1421182"/>
                <a:gd name="connsiteY12" fmla="*/ 1051 h 1490973"/>
                <a:gd name="connsiteX13" fmla="*/ 473286 w 1421182"/>
                <a:gd name="connsiteY13" fmla="*/ 776782 h 1490973"/>
                <a:gd name="connsiteX14" fmla="*/ 338442 w 1421182"/>
                <a:gd name="connsiteY14" fmla="*/ 722877 h 1490973"/>
                <a:gd name="connsiteX15" fmla="*/ 719 w 1421182"/>
                <a:gd name="connsiteY15" fmla="*/ 422200 h 1490973"/>
                <a:gd name="connsiteX0" fmla="*/ 719 w 1421182"/>
                <a:gd name="connsiteY0" fmla="*/ 422200 h 1490973"/>
                <a:gd name="connsiteX1" fmla="*/ 140932 w 1421182"/>
                <a:gd name="connsiteY1" fmla="*/ 817974 h 1490973"/>
                <a:gd name="connsiteX2" fmla="*/ 309182 w 1421182"/>
                <a:gd name="connsiteY2" fmla="*/ 1176419 h 1490973"/>
                <a:gd name="connsiteX3" fmla="*/ 693290 w 1421182"/>
                <a:gd name="connsiteY3" fmla="*/ 1483776 h 1490973"/>
                <a:gd name="connsiteX4" fmla="*/ 1311364 w 1421182"/>
                <a:gd name="connsiteY4" fmla="*/ 1490973 h 1490973"/>
                <a:gd name="connsiteX5" fmla="*/ 1421092 w 1421182"/>
                <a:gd name="connsiteY5" fmla="*/ 591203 h 1490973"/>
                <a:gd name="connsiteX6" fmla="*/ 1152597 w 1421182"/>
                <a:gd name="connsiteY6" fmla="*/ 133737 h 1490973"/>
                <a:gd name="connsiteX7" fmla="*/ 1168953 w 1421182"/>
                <a:gd name="connsiteY7" fmla="*/ 432717 h 1490973"/>
                <a:gd name="connsiteX8" fmla="*/ 891530 w 1421182"/>
                <a:gd name="connsiteY8" fmla="*/ 83162 h 1490973"/>
                <a:gd name="connsiteX9" fmla="*/ 957315 w 1421182"/>
                <a:gd name="connsiteY9" fmla="*/ 408825 h 1490973"/>
                <a:gd name="connsiteX10" fmla="*/ 689705 w 1421182"/>
                <a:gd name="connsiteY10" fmla="*/ 41379 h 1490973"/>
                <a:gd name="connsiteX11" fmla="*/ 729319 w 1421182"/>
                <a:gd name="connsiteY11" fmla="*/ 422482 h 1490973"/>
                <a:gd name="connsiteX12" fmla="*/ 553923 w 1421182"/>
                <a:gd name="connsiteY12" fmla="*/ 1051 h 1490973"/>
                <a:gd name="connsiteX13" fmla="*/ 473286 w 1421182"/>
                <a:gd name="connsiteY13" fmla="*/ 776782 h 1490973"/>
                <a:gd name="connsiteX14" fmla="*/ 338442 w 1421182"/>
                <a:gd name="connsiteY14" fmla="*/ 722877 h 1490973"/>
                <a:gd name="connsiteX15" fmla="*/ 719 w 1421182"/>
                <a:gd name="connsiteY15" fmla="*/ 422200 h 1490973"/>
                <a:gd name="connsiteX0" fmla="*/ 719 w 1421182"/>
                <a:gd name="connsiteY0" fmla="*/ 422200 h 1490973"/>
                <a:gd name="connsiteX1" fmla="*/ 140932 w 1421182"/>
                <a:gd name="connsiteY1" fmla="*/ 817974 h 1490973"/>
                <a:gd name="connsiteX2" fmla="*/ 309182 w 1421182"/>
                <a:gd name="connsiteY2" fmla="*/ 1176419 h 1490973"/>
                <a:gd name="connsiteX3" fmla="*/ 693290 w 1421182"/>
                <a:gd name="connsiteY3" fmla="*/ 1483776 h 1490973"/>
                <a:gd name="connsiteX4" fmla="*/ 1311364 w 1421182"/>
                <a:gd name="connsiteY4" fmla="*/ 1490973 h 1490973"/>
                <a:gd name="connsiteX5" fmla="*/ 1421092 w 1421182"/>
                <a:gd name="connsiteY5" fmla="*/ 591203 h 1490973"/>
                <a:gd name="connsiteX6" fmla="*/ 1095765 w 1421182"/>
                <a:gd name="connsiteY6" fmla="*/ 133737 h 1490973"/>
                <a:gd name="connsiteX7" fmla="*/ 1168953 w 1421182"/>
                <a:gd name="connsiteY7" fmla="*/ 432717 h 1490973"/>
                <a:gd name="connsiteX8" fmla="*/ 891530 w 1421182"/>
                <a:gd name="connsiteY8" fmla="*/ 83162 h 1490973"/>
                <a:gd name="connsiteX9" fmla="*/ 957315 w 1421182"/>
                <a:gd name="connsiteY9" fmla="*/ 408825 h 1490973"/>
                <a:gd name="connsiteX10" fmla="*/ 689705 w 1421182"/>
                <a:gd name="connsiteY10" fmla="*/ 41379 h 1490973"/>
                <a:gd name="connsiteX11" fmla="*/ 729319 w 1421182"/>
                <a:gd name="connsiteY11" fmla="*/ 422482 h 1490973"/>
                <a:gd name="connsiteX12" fmla="*/ 553923 w 1421182"/>
                <a:gd name="connsiteY12" fmla="*/ 1051 h 1490973"/>
                <a:gd name="connsiteX13" fmla="*/ 473286 w 1421182"/>
                <a:gd name="connsiteY13" fmla="*/ 776782 h 1490973"/>
                <a:gd name="connsiteX14" fmla="*/ 338442 w 1421182"/>
                <a:gd name="connsiteY14" fmla="*/ 722877 h 1490973"/>
                <a:gd name="connsiteX15" fmla="*/ 719 w 1421182"/>
                <a:gd name="connsiteY15" fmla="*/ 422200 h 1490973"/>
                <a:gd name="connsiteX0" fmla="*/ 719 w 1421182"/>
                <a:gd name="connsiteY0" fmla="*/ 480395 h 1549168"/>
                <a:gd name="connsiteX1" fmla="*/ 140932 w 1421182"/>
                <a:gd name="connsiteY1" fmla="*/ 876169 h 1549168"/>
                <a:gd name="connsiteX2" fmla="*/ 309182 w 1421182"/>
                <a:gd name="connsiteY2" fmla="*/ 1234614 h 1549168"/>
                <a:gd name="connsiteX3" fmla="*/ 693290 w 1421182"/>
                <a:gd name="connsiteY3" fmla="*/ 1541971 h 1549168"/>
                <a:gd name="connsiteX4" fmla="*/ 1311364 w 1421182"/>
                <a:gd name="connsiteY4" fmla="*/ 1549168 h 1549168"/>
                <a:gd name="connsiteX5" fmla="*/ 1421092 w 1421182"/>
                <a:gd name="connsiteY5" fmla="*/ 649398 h 1549168"/>
                <a:gd name="connsiteX6" fmla="*/ 1095765 w 1421182"/>
                <a:gd name="connsiteY6" fmla="*/ 191932 h 1549168"/>
                <a:gd name="connsiteX7" fmla="*/ 1168953 w 1421182"/>
                <a:gd name="connsiteY7" fmla="*/ 490912 h 1549168"/>
                <a:gd name="connsiteX8" fmla="*/ 891530 w 1421182"/>
                <a:gd name="connsiteY8" fmla="*/ 141357 h 1549168"/>
                <a:gd name="connsiteX9" fmla="*/ 957315 w 1421182"/>
                <a:gd name="connsiteY9" fmla="*/ 467020 h 1549168"/>
                <a:gd name="connsiteX10" fmla="*/ 689705 w 1421182"/>
                <a:gd name="connsiteY10" fmla="*/ 99574 h 1549168"/>
                <a:gd name="connsiteX11" fmla="*/ 553923 w 1421182"/>
                <a:gd name="connsiteY11" fmla="*/ 59246 h 1549168"/>
                <a:gd name="connsiteX12" fmla="*/ 473286 w 1421182"/>
                <a:gd name="connsiteY12" fmla="*/ 834977 h 1549168"/>
                <a:gd name="connsiteX13" fmla="*/ 338442 w 1421182"/>
                <a:gd name="connsiteY13" fmla="*/ 781072 h 1549168"/>
                <a:gd name="connsiteX14" fmla="*/ 719 w 1421182"/>
                <a:gd name="connsiteY14" fmla="*/ 480395 h 1549168"/>
                <a:gd name="connsiteX0" fmla="*/ 719 w 1421182"/>
                <a:gd name="connsiteY0" fmla="*/ 469150 h 1537923"/>
                <a:gd name="connsiteX1" fmla="*/ 140932 w 1421182"/>
                <a:gd name="connsiteY1" fmla="*/ 864924 h 1537923"/>
                <a:gd name="connsiteX2" fmla="*/ 309182 w 1421182"/>
                <a:gd name="connsiteY2" fmla="*/ 1223369 h 1537923"/>
                <a:gd name="connsiteX3" fmla="*/ 693290 w 1421182"/>
                <a:gd name="connsiteY3" fmla="*/ 1530726 h 1537923"/>
                <a:gd name="connsiteX4" fmla="*/ 1311364 w 1421182"/>
                <a:gd name="connsiteY4" fmla="*/ 1537923 h 1537923"/>
                <a:gd name="connsiteX5" fmla="*/ 1421092 w 1421182"/>
                <a:gd name="connsiteY5" fmla="*/ 638153 h 1537923"/>
                <a:gd name="connsiteX6" fmla="*/ 1095765 w 1421182"/>
                <a:gd name="connsiteY6" fmla="*/ 180687 h 1537923"/>
                <a:gd name="connsiteX7" fmla="*/ 1168953 w 1421182"/>
                <a:gd name="connsiteY7" fmla="*/ 479667 h 1537923"/>
                <a:gd name="connsiteX8" fmla="*/ 891530 w 1421182"/>
                <a:gd name="connsiteY8" fmla="*/ 130112 h 1537923"/>
                <a:gd name="connsiteX9" fmla="*/ 689705 w 1421182"/>
                <a:gd name="connsiteY9" fmla="*/ 88329 h 1537923"/>
                <a:gd name="connsiteX10" fmla="*/ 553923 w 1421182"/>
                <a:gd name="connsiteY10" fmla="*/ 48001 h 1537923"/>
                <a:gd name="connsiteX11" fmla="*/ 473286 w 1421182"/>
                <a:gd name="connsiteY11" fmla="*/ 823732 h 1537923"/>
                <a:gd name="connsiteX12" fmla="*/ 338442 w 1421182"/>
                <a:gd name="connsiteY12" fmla="*/ 769827 h 1537923"/>
                <a:gd name="connsiteX13" fmla="*/ 719 w 1421182"/>
                <a:gd name="connsiteY13" fmla="*/ 469150 h 1537923"/>
                <a:gd name="connsiteX0" fmla="*/ 719 w 1421182"/>
                <a:gd name="connsiteY0" fmla="*/ 469150 h 1537923"/>
                <a:gd name="connsiteX1" fmla="*/ 140932 w 1421182"/>
                <a:gd name="connsiteY1" fmla="*/ 864924 h 1537923"/>
                <a:gd name="connsiteX2" fmla="*/ 309182 w 1421182"/>
                <a:gd name="connsiteY2" fmla="*/ 1223369 h 1537923"/>
                <a:gd name="connsiteX3" fmla="*/ 693290 w 1421182"/>
                <a:gd name="connsiteY3" fmla="*/ 1530726 h 1537923"/>
                <a:gd name="connsiteX4" fmla="*/ 1311364 w 1421182"/>
                <a:gd name="connsiteY4" fmla="*/ 1537923 h 1537923"/>
                <a:gd name="connsiteX5" fmla="*/ 1421092 w 1421182"/>
                <a:gd name="connsiteY5" fmla="*/ 638153 h 1537923"/>
                <a:gd name="connsiteX6" fmla="*/ 1095765 w 1421182"/>
                <a:gd name="connsiteY6" fmla="*/ 180687 h 1537923"/>
                <a:gd name="connsiteX7" fmla="*/ 891530 w 1421182"/>
                <a:gd name="connsiteY7" fmla="*/ 130112 h 1537923"/>
                <a:gd name="connsiteX8" fmla="*/ 689705 w 1421182"/>
                <a:gd name="connsiteY8" fmla="*/ 88329 h 1537923"/>
                <a:gd name="connsiteX9" fmla="*/ 553923 w 1421182"/>
                <a:gd name="connsiteY9" fmla="*/ 48001 h 1537923"/>
                <a:gd name="connsiteX10" fmla="*/ 473286 w 1421182"/>
                <a:gd name="connsiteY10" fmla="*/ 823732 h 1537923"/>
                <a:gd name="connsiteX11" fmla="*/ 338442 w 1421182"/>
                <a:gd name="connsiteY11" fmla="*/ 769827 h 1537923"/>
                <a:gd name="connsiteX12" fmla="*/ 719 w 1421182"/>
                <a:gd name="connsiteY12" fmla="*/ 469150 h 1537923"/>
                <a:gd name="connsiteX0" fmla="*/ 719 w 1421182"/>
                <a:gd name="connsiteY0" fmla="*/ 469150 h 1537923"/>
                <a:gd name="connsiteX1" fmla="*/ 140932 w 1421182"/>
                <a:gd name="connsiteY1" fmla="*/ 864924 h 1537923"/>
                <a:gd name="connsiteX2" fmla="*/ 309182 w 1421182"/>
                <a:gd name="connsiteY2" fmla="*/ 1223369 h 1537923"/>
                <a:gd name="connsiteX3" fmla="*/ 693290 w 1421182"/>
                <a:gd name="connsiteY3" fmla="*/ 1530726 h 1537923"/>
                <a:gd name="connsiteX4" fmla="*/ 1311364 w 1421182"/>
                <a:gd name="connsiteY4" fmla="*/ 1537923 h 1537923"/>
                <a:gd name="connsiteX5" fmla="*/ 1421092 w 1421182"/>
                <a:gd name="connsiteY5" fmla="*/ 638153 h 1537923"/>
                <a:gd name="connsiteX6" fmla="*/ 1170363 w 1421182"/>
                <a:gd name="connsiteY6" fmla="*/ 177134 h 1537923"/>
                <a:gd name="connsiteX7" fmla="*/ 891530 w 1421182"/>
                <a:gd name="connsiteY7" fmla="*/ 130112 h 1537923"/>
                <a:gd name="connsiteX8" fmla="*/ 689705 w 1421182"/>
                <a:gd name="connsiteY8" fmla="*/ 88329 h 1537923"/>
                <a:gd name="connsiteX9" fmla="*/ 553923 w 1421182"/>
                <a:gd name="connsiteY9" fmla="*/ 48001 h 1537923"/>
                <a:gd name="connsiteX10" fmla="*/ 473286 w 1421182"/>
                <a:gd name="connsiteY10" fmla="*/ 823732 h 1537923"/>
                <a:gd name="connsiteX11" fmla="*/ 338442 w 1421182"/>
                <a:gd name="connsiteY11" fmla="*/ 769827 h 1537923"/>
                <a:gd name="connsiteX12" fmla="*/ 719 w 1421182"/>
                <a:gd name="connsiteY12" fmla="*/ 469150 h 1537923"/>
                <a:gd name="connsiteX0" fmla="*/ 719 w 1421182"/>
                <a:gd name="connsiteY0" fmla="*/ 469150 h 1537923"/>
                <a:gd name="connsiteX1" fmla="*/ 140932 w 1421182"/>
                <a:gd name="connsiteY1" fmla="*/ 864924 h 1537923"/>
                <a:gd name="connsiteX2" fmla="*/ 309182 w 1421182"/>
                <a:gd name="connsiteY2" fmla="*/ 1223369 h 1537923"/>
                <a:gd name="connsiteX3" fmla="*/ 693290 w 1421182"/>
                <a:gd name="connsiteY3" fmla="*/ 1530726 h 1537923"/>
                <a:gd name="connsiteX4" fmla="*/ 1311364 w 1421182"/>
                <a:gd name="connsiteY4" fmla="*/ 1537923 h 1537923"/>
                <a:gd name="connsiteX5" fmla="*/ 1421092 w 1421182"/>
                <a:gd name="connsiteY5" fmla="*/ 638153 h 1537923"/>
                <a:gd name="connsiteX6" fmla="*/ 1170363 w 1421182"/>
                <a:gd name="connsiteY6" fmla="*/ 177134 h 1537923"/>
                <a:gd name="connsiteX7" fmla="*/ 916396 w 1421182"/>
                <a:gd name="connsiteY7" fmla="*/ 147873 h 1537923"/>
                <a:gd name="connsiteX8" fmla="*/ 689705 w 1421182"/>
                <a:gd name="connsiteY8" fmla="*/ 88329 h 1537923"/>
                <a:gd name="connsiteX9" fmla="*/ 553923 w 1421182"/>
                <a:gd name="connsiteY9" fmla="*/ 48001 h 1537923"/>
                <a:gd name="connsiteX10" fmla="*/ 473286 w 1421182"/>
                <a:gd name="connsiteY10" fmla="*/ 823732 h 1537923"/>
                <a:gd name="connsiteX11" fmla="*/ 338442 w 1421182"/>
                <a:gd name="connsiteY11" fmla="*/ 769827 h 1537923"/>
                <a:gd name="connsiteX12" fmla="*/ 719 w 1421182"/>
                <a:gd name="connsiteY12" fmla="*/ 469150 h 1537923"/>
                <a:gd name="connsiteX0" fmla="*/ 719 w 1421182"/>
                <a:gd name="connsiteY0" fmla="*/ 456367 h 1525140"/>
                <a:gd name="connsiteX1" fmla="*/ 140932 w 1421182"/>
                <a:gd name="connsiteY1" fmla="*/ 852141 h 1525140"/>
                <a:gd name="connsiteX2" fmla="*/ 309182 w 1421182"/>
                <a:gd name="connsiteY2" fmla="*/ 1210586 h 1525140"/>
                <a:gd name="connsiteX3" fmla="*/ 693290 w 1421182"/>
                <a:gd name="connsiteY3" fmla="*/ 1517943 h 1525140"/>
                <a:gd name="connsiteX4" fmla="*/ 1311364 w 1421182"/>
                <a:gd name="connsiteY4" fmla="*/ 1525140 h 1525140"/>
                <a:gd name="connsiteX5" fmla="*/ 1421092 w 1421182"/>
                <a:gd name="connsiteY5" fmla="*/ 625370 h 1525140"/>
                <a:gd name="connsiteX6" fmla="*/ 1170363 w 1421182"/>
                <a:gd name="connsiteY6" fmla="*/ 164351 h 1525140"/>
                <a:gd name="connsiteX7" fmla="*/ 916396 w 1421182"/>
                <a:gd name="connsiteY7" fmla="*/ 135090 h 1525140"/>
                <a:gd name="connsiteX8" fmla="*/ 689705 w 1421182"/>
                <a:gd name="connsiteY8" fmla="*/ 75546 h 1525140"/>
                <a:gd name="connsiteX9" fmla="*/ 732615 w 1421182"/>
                <a:gd name="connsiteY9" fmla="*/ 126723 h 1525140"/>
                <a:gd name="connsiteX10" fmla="*/ 553923 w 1421182"/>
                <a:gd name="connsiteY10" fmla="*/ 35218 h 1525140"/>
                <a:gd name="connsiteX11" fmla="*/ 473286 w 1421182"/>
                <a:gd name="connsiteY11" fmla="*/ 810949 h 1525140"/>
                <a:gd name="connsiteX12" fmla="*/ 338442 w 1421182"/>
                <a:gd name="connsiteY12" fmla="*/ 757044 h 1525140"/>
                <a:gd name="connsiteX13" fmla="*/ 719 w 1421182"/>
                <a:gd name="connsiteY13" fmla="*/ 456367 h 1525140"/>
                <a:gd name="connsiteX0" fmla="*/ 719 w 1421182"/>
                <a:gd name="connsiteY0" fmla="*/ 391802 h 1460575"/>
                <a:gd name="connsiteX1" fmla="*/ 140932 w 1421182"/>
                <a:gd name="connsiteY1" fmla="*/ 787576 h 1460575"/>
                <a:gd name="connsiteX2" fmla="*/ 309182 w 1421182"/>
                <a:gd name="connsiteY2" fmla="*/ 1146021 h 1460575"/>
                <a:gd name="connsiteX3" fmla="*/ 693290 w 1421182"/>
                <a:gd name="connsiteY3" fmla="*/ 1453378 h 1460575"/>
                <a:gd name="connsiteX4" fmla="*/ 1311364 w 1421182"/>
                <a:gd name="connsiteY4" fmla="*/ 1460575 h 1460575"/>
                <a:gd name="connsiteX5" fmla="*/ 1421092 w 1421182"/>
                <a:gd name="connsiteY5" fmla="*/ 560805 h 1460575"/>
                <a:gd name="connsiteX6" fmla="*/ 1170363 w 1421182"/>
                <a:gd name="connsiteY6" fmla="*/ 99786 h 1460575"/>
                <a:gd name="connsiteX7" fmla="*/ 916396 w 1421182"/>
                <a:gd name="connsiteY7" fmla="*/ 70525 h 1460575"/>
                <a:gd name="connsiteX8" fmla="*/ 689705 w 1421182"/>
                <a:gd name="connsiteY8" fmla="*/ 10981 h 1460575"/>
                <a:gd name="connsiteX9" fmla="*/ 732615 w 1421182"/>
                <a:gd name="connsiteY9" fmla="*/ 62158 h 1460575"/>
                <a:gd name="connsiteX10" fmla="*/ 539718 w 1421182"/>
                <a:gd name="connsiteY10" fmla="*/ 48800 h 1460575"/>
                <a:gd name="connsiteX11" fmla="*/ 473286 w 1421182"/>
                <a:gd name="connsiteY11" fmla="*/ 746384 h 1460575"/>
                <a:gd name="connsiteX12" fmla="*/ 338442 w 1421182"/>
                <a:gd name="connsiteY12" fmla="*/ 692479 h 1460575"/>
                <a:gd name="connsiteX13" fmla="*/ 719 w 1421182"/>
                <a:gd name="connsiteY13" fmla="*/ 391802 h 1460575"/>
                <a:gd name="connsiteX0" fmla="*/ 719 w 1421182"/>
                <a:gd name="connsiteY0" fmla="*/ 399347 h 1468120"/>
                <a:gd name="connsiteX1" fmla="*/ 140932 w 1421182"/>
                <a:gd name="connsiteY1" fmla="*/ 795121 h 1468120"/>
                <a:gd name="connsiteX2" fmla="*/ 309182 w 1421182"/>
                <a:gd name="connsiteY2" fmla="*/ 1153566 h 1468120"/>
                <a:gd name="connsiteX3" fmla="*/ 693290 w 1421182"/>
                <a:gd name="connsiteY3" fmla="*/ 1460923 h 1468120"/>
                <a:gd name="connsiteX4" fmla="*/ 1311364 w 1421182"/>
                <a:gd name="connsiteY4" fmla="*/ 1468120 h 1468120"/>
                <a:gd name="connsiteX5" fmla="*/ 1421092 w 1421182"/>
                <a:gd name="connsiteY5" fmla="*/ 568350 h 1468120"/>
                <a:gd name="connsiteX6" fmla="*/ 1170363 w 1421182"/>
                <a:gd name="connsiteY6" fmla="*/ 107331 h 1468120"/>
                <a:gd name="connsiteX7" fmla="*/ 916396 w 1421182"/>
                <a:gd name="connsiteY7" fmla="*/ 78070 h 1468120"/>
                <a:gd name="connsiteX8" fmla="*/ 817586 w 1421182"/>
                <a:gd name="connsiteY8" fmla="*/ 765 h 1468120"/>
                <a:gd name="connsiteX9" fmla="*/ 732615 w 1421182"/>
                <a:gd name="connsiteY9" fmla="*/ 69703 h 1468120"/>
                <a:gd name="connsiteX10" fmla="*/ 539718 w 1421182"/>
                <a:gd name="connsiteY10" fmla="*/ 56345 h 1468120"/>
                <a:gd name="connsiteX11" fmla="*/ 473286 w 1421182"/>
                <a:gd name="connsiteY11" fmla="*/ 753929 h 1468120"/>
                <a:gd name="connsiteX12" fmla="*/ 338442 w 1421182"/>
                <a:gd name="connsiteY12" fmla="*/ 700024 h 1468120"/>
                <a:gd name="connsiteX13" fmla="*/ 719 w 1421182"/>
                <a:gd name="connsiteY13" fmla="*/ 399347 h 1468120"/>
                <a:gd name="connsiteX0" fmla="*/ 719 w 1421182"/>
                <a:gd name="connsiteY0" fmla="*/ 391166 h 1459939"/>
                <a:gd name="connsiteX1" fmla="*/ 140932 w 1421182"/>
                <a:gd name="connsiteY1" fmla="*/ 786940 h 1459939"/>
                <a:gd name="connsiteX2" fmla="*/ 309182 w 1421182"/>
                <a:gd name="connsiteY2" fmla="*/ 1145385 h 1459939"/>
                <a:gd name="connsiteX3" fmla="*/ 693290 w 1421182"/>
                <a:gd name="connsiteY3" fmla="*/ 1452742 h 1459939"/>
                <a:gd name="connsiteX4" fmla="*/ 1311364 w 1421182"/>
                <a:gd name="connsiteY4" fmla="*/ 1459939 h 1459939"/>
                <a:gd name="connsiteX5" fmla="*/ 1421092 w 1421182"/>
                <a:gd name="connsiteY5" fmla="*/ 560169 h 1459939"/>
                <a:gd name="connsiteX6" fmla="*/ 1170363 w 1421182"/>
                <a:gd name="connsiteY6" fmla="*/ 99150 h 1459939"/>
                <a:gd name="connsiteX7" fmla="*/ 916396 w 1421182"/>
                <a:gd name="connsiteY7" fmla="*/ 69889 h 1459939"/>
                <a:gd name="connsiteX8" fmla="*/ 732615 w 1421182"/>
                <a:gd name="connsiteY8" fmla="*/ 61522 h 1459939"/>
                <a:gd name="connsiteX9" fmla="*/ 539718 w 1421182"/>
                <a:gd name="connsiteY9" fmla="*/ 48164 h 1459939"/>
                <a:gd name="connsiteX10" fmla="*/ 473286 w 1421182"/>
                <a:gd name="connsiteY10" fmla="*/ 745748 h 1459939"/>
                <a:gd name="connsiteX11" fmla="*/ 338442 w 1421182"/>
                <a:gd name="connsiteY11" fmla="*/ 691843 h 1459939"/>
                <a:gd name="connsiteX12" fmla="*/ 719 w 1421182"/>
                <a:gd name="connsiteY12" fmla="*/ 391166 h 1459939"/>
                <a:gd name="connsiteX0" fmla="*/ 719 w 1421182"/>
                <a:gd name="connsiteY0" fmla="*/ 375395 h 1444168"/>
                <a:gd name="connsiteX1" fmla="*/ 140932 w 1421182"/>
                <a:gd name="connsiteY1" fmla="*/ 771169 h 1444168"/>
                <a:gd name="connsiteX2" fmla="*/ 309182 w 1421182"/>
                <a:gd name="connsiteY2" fmla="*/ 1129614 h 1444168"/>
                <a:gd name="connsiteX3" fmla="*/ 693290 w 1421182"/>
                <a:gd name="connsiteY3" fmla="*/ 1436971 h 1444168"/>
                <a:gd name="connsiteX4" fmla="*/ 1311364 w 1421182"/>
                <a:gd name="connsiteY4" fmla="*/ 1444168 h 1444168"/>
                <a:gd name="connsiteX5" fmla="*/ 1421092 w 1421182"/>
                <a:gd name="connsiteY5" fmla="*/ 544398 h 1444168"/>
                <a:gd name="connsiteX6" fmla="*/ 1170363 w 1421182"/>
                <a:gd name="connsiteY6" fmla="*/ 83379 h 1444168"/>
                <a:gd name="connsiteX7" fmla="*/ 916396 w 1421182"/>
                <a:gd name="connsiteY7" fmla="*/ 54118 h 1444168"/>
                <a:gd name="connsiteX8" fmla="*/ 732615 w 1421182"/>
                <a:gd name="connsiteY8" fmla="*/ 45751 h 1444168"/>
                <a:gd name="connsiteX9" fmla="*/ 529062 w 1421182"/>
                <a:gd name="connsiteY9" fmla="*/ 53706 h 1444168"/>
                <a:gd name="connsiteX10" fmla="*/ 473286 w 1421182"/>
                <a:gd name="connsiteY10" fmla="*/ 729977 h 1444168"/>
                <a:gd name="connsiteX11" fmla="*/ 338442 w 1421182"/>
                <a:gd name="connsiteY11" fmla="*/ 676072 h 1444168"/>
                <a:gd name="connsiteX12" fmla="*/ 719 w 1421182"/>
                <a:gd name="connsiteY12" fmla="*/ 375395 h 1444168"/>
                <a:gd name="connsiteX0" fmla="*/ 719 w 1421182"/>
                <a:gd name="connsiteY0" fmla="*/ 383267 h 1452040"/>
                <a:gd name="connsiteX1" fmla="*/ 140932 w 1421182"/>
                <a:gd name="connsiteY1" fmla="*/ 779041 h 1452040"/>
                <a:gd name="connsiteX2" fmla="*/ 309182 w 1421182"/>
                <a:gd name="connsiteY2" fmla="*/ 1137486 h 1452040"/>
                <a:gd name="connsiteX3" fmla="*/ 693290 w 1421182"/>
                <a:gd name="connsiteY3" fmla="*/ 1444843 h 1452040"/>
                <a:gd name="connsiteX4" fmla="*/ 1311364 w 1421182"/>
                <a:gd name="connsiteY4" fmla="*/ 1452040 h 1452040"/>
                <a:gd name="connsiteX5" fmla="*/ 1421092 w 1421182"/>
                <a:gd name="connsiteY5" fmla="*/ 552270 h 1452040"/>
                <a:gd name="connsiteX6" fmla="*/ 1170363 w 1421182"/>
                <a:gd name="connsiteY6" fmla="*/ 91251 h 1452040"/>
                <a:gd name="connsiteX7" fmla="*/ 916396 w 1421182"/>
                <a:gd name="connsiteY7" fmla="*/ 61990 h 1452040"/>
                <a:gd name="connsiteX8" fmla="*/ 732615 w 1421182"/>
                <a:gd name="connsiteY8" fmla="*/ 53623 h 1452040"/>
                <a:gd name="connsiteX9" fmla="*/ 529062 w 1421182"/>
                <a:gd name="connsiteY9" fmla="*/ 61578 h 1452040"/>
                <a:gd name="connsiteX10" fmla="*/ 473286 w 1421182"/>
                <a:gd name="connsiteY10" fmla="*/ 737849 h 1452040"/>
                <a:gd name="connsiteX11" fmla="*/ 338442 w 1421182"/>
                <a:gd name="connsiteY11" fmla="*/ 683944 h 1452040"/>
                <a:gd name="connsiteX12" fmla="*/ 719 w 1421182"/>
                <a:gd name="connsiteY12" fmla="*/ 383267 h 1452040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16396 w 1421182"/>
                <a:gd name="connsiteY7" fmla="*/ 80212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16396 w 1421182"/>
                <a:gd name="connsiteY7" fmla="*/ 80212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16396 w 1421182"/>
                <a:gd name="connsiteY7" fmla="*/ 80212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16396 w 1421182"/>
                <a:gd name="connsiteY7" fmla="*/ 80212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2642"/>
                <a:gd name="connsiteY0" fmla="*/ 401489 h 1470262"/>
                <a:gd name="connsiteX1" fmla="*/ 140932 w 1422642"/>
                <a:gd name="connsiteY1" fmla="*/ 797263 h 1470262"/>
                <a:gd name="connsiteX2" fmla="*/ 309182 w 1422642"/>
                <a:gd name="connsiteY2" fmla="*/ 1155708 h 1470262"/>
                <a:gd name="connsiteX3" fmla="*/ 693290 w 1422642"/>
                <a:gd name="connsiteY3" fmla="*/ 1463065 h 1470262"/>
                <a:gd name="connsiteX4" fmla="*/ 1311364 w 1422642"/>
                <a:gd name="connsiteY4" fmla="*/ 1470262 h 1470262"/>
                <a:gd name="connsiteX5" fmla="*/ 1421092 w 1422642"/>
                <a:gd name="connsiteY5" fmla="*/ 570492 h 1470262"/>
                <a:gd name="connsiteX6" fmla="*/ 1170363 w 1422642"/>
                <a:gd name="connsiteY6" fmla="*/ 109473 h 1470262"/>
                <a:gd name="connsiteX7" fmla="*/ 955471 w 1422642"/>
                <a:gd name="connsiteY7" fmla="*/ 83763 h 1470262"/>
                <a:gd name="connsiteX8" fmla="*/ 732615 w 1422642"/>
                <a:gd name="connsiteY8" fmla="*/ 71845 h 1470262"/>
                <a:gd name="connsiteX9" fmla="*/ 529062 w 1422642"/>
                <a:gd name="connsiteY9" fmla="*/ 79800 h 1470262"/>
                <a:gd name="connsiteX10" fmla="*/ 473286 w 1422642"/>
                <a:gd name="connsiteY10" fmla="*/ 756071 h 1470262"/>
                <a:gd name="connsiteX11" fmla="*/ 338442 w 1422642"/>
                <a:gd name="connsiteY11" fmla="*/ 702166 h 1470262"/>
                <a:gd name="connsiteX12" fmla="*/ 719 w 142264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1489 h 1470262"/>
                <a:gd name="connsiteX1" fmla="*/ 140932 w 1421182"/>
                <a:gd name="connsiteY1" fmla="*/ 797263 h 1470262"/>
                <a:gd name="connsiteX2" fmla="*/ 309182 w 1421182"/>
                <a:gd name="connsiteY2" fmla="*/ 1155708 h 1470262"/>
                <a:gd name="connsiteX3" fmla="*/ 693290 w 1421182"/>
                <a:gd name="connsiteY3" fmla="*/ 1463065 h 1470262"/>
                <a:gd name="connsiteX4" fmla="*/ 1311364 w 1421182"/>
                <a:gd name="connsiteY4" fmla="*/ 1470262 h 1470262"/>
                <a:gd name="connsiteX5" fmla="*/ 1421092 w 1421182"/>
                <a:gd name="connsiteY5" fmla="*/ 570492 h 1470262"/>
                <a:gd name="connsiteX6" fmla="*/ 1170363 w 1421182"/>
                <a:gd name="connsiteY6" fmla="*/ 109473 h 1470262"/>
                <a:gd name="connsiteX7" fmla="*/ 955471 w 1421182"/>
                <a:gd name="connsiteY7" fmla="*/ 83763 h 1470262"/>
                <a:gd name="connsiteX8" fmla="*/ 732615 w 1421182"/>
                <a:gd name="connsiteY8" fmla="*/ 71845 h 1470262"/>
                <a:gd name="connsiteX9" fmla="*/ 529062 w 1421182"/>
                <a:gd name="connsiteY9" fmla="*/ 79800 h 1470262"/>
                <a:gd name="connsiteX10" fmla="*/ 473286 w 1421182"/>
                <a:gd name="connsiteY10" fmla="*/ 756071 h 1470262"/>
                <a:gd name="connsiteX11" fmla="*/ 338442 w 1421182"/>
                <a:gd name="connsiteY11" fmla="*/ 702166 h 1470262"/>
                <a:gd name="connsiteX12" fmla="*/ 719 w 1421182"/>
                <a:gd name="connsiteY12" fmla="*/ 401489 h 1470262"/>
                <a:gd name="connsiteX0" fmla="*/ 719 w 1421182"/>
                <a:gd name="connsiteY0" fmla="*/ 405044 h 1473817"/>
                <a:gd name="connsiteX1" fmla="*/ 140932 w 1421182"/>
                <a:gd name="connsiteY1" fmla="*/ 800818 h 1473817"/>
                <a:gd name="connsiteX2" fmla="*/ 309182 w 1421182"/>
                <a:gd name="connsiteY2" fmla="*/ 1159263 h 1473817"/>
                <a:gd name="connsiteX3" fmla="*/ 693290 w 1421182"/>
                <a:gd name="connsiteY3" fmla="*/ 1466620 h 1473817"/>
                <a:gd name="connsiteX4" fmla="*/ 1311364 w 1421182"/>
                <a:gd name="connsiteY4" fmla="*/ 1473817 h 1473817"/>
                <a:gd name="connsiteX5" fmla="*/ 1421092 w 1421182"/>
                <a:gd name="connsiteY5" fmla="*/ 574047 h 1473817"/>
                <a:gd name="connsiteX6" fmla="*/ 1170363 w 1421182"/>
                <a:gd name="connsiteY6" fmla="*/ 113028 h 1473817"/>
                <a:gd name="connsiteX7" fmla="*/ 955471 w 1421182"/>
                <a:gd name="connsiteY7" fmla="*/ 87318 h 1473817"/>
                <a:gd name="connsiteX8" fmla="*/ 732615 w 1421182"/>
                <a:gd name="connsiteY8" fmla="*/ 75400 h 1473817"/>
                <a:gd name="connsiteX9" fmla="*/ 529062 w 1421182"/>
                <a:gd name="connsiteY9" fmla="*/ 83355 h 1473817"/>
                <a:gd name="connsiteX10" fmla="*/ 473286 w 1421182"/>
                <a:gd name="connsiteY10" fmla="*/ 759626 h 1473817"/>
                <a:gd name="connsiteX11" fmla="*/ 338442 w 1421182"/>
                <a:gd name="connsiteY11" fmla="*/ 705721 h 1473817"/>
                <a:gd name="connsiteX12" fmla="*/ 719 w 1421182"/>
                <a:gd name="connsiteY12" fmla="*/ 405044 h 1473817"/>
                <a:gd name="connsiteX0" fmla="*/ 719 w 1421182"/>
                <a:gd name="connsiteY0" fmla="*/ 405044 h 1473817"/>
                <a:gd name="connsiteX1" fmla="*/ 140932 w 1421182"/>
                <a:gd name="connsiteY1" fmla="*/ 800818 h 1473817"/>
                <a:gd name="connsiteX2" fmla="*/ 309182 w 1421182"/>
                <a:gd name="connsiteY2" fmla="*/ 1159263 h 1473817"/>
                <a:gd name="connsiteX3" fmla="*/ 693290 w 1421182"/>
                <a:gd name="connsiteY3" fmla="*/ 1466620 h 1473817"/>
                <a:gd name="connsiteX4" fmla="*/ 1311364 w 1421182"/>
                <a:gd name="connsiteY4" fmla="*/ 1473817 h 1473817"/>
                <a:gd name="connsiteX5" fmla="*/ 1421092 w 1421182"/>
                <a:gd name="connsiteY5" fmla="*/ 574047 h 1473817"/>
                <a:gd name="connsiteX6" fmla="*/ 1170363 w 1421182"/>
                <a:gd name="connsiteY6" fmla="*/ 113028 h 1473817"/>
                <a:gd name="connsiteX7" fmla="*/ 955471 w 1421182"/>
                <a:gd name="connsiteY7" fmla="*/ 87318 h 1473817"/>
                <a:gd name="connsiteX8" fmla="*/ 732615 w 1421182"/>
                <a:gd name="connsiteY8" fmla="*/ 75400 h 1473817"/>
                <a:gd name="connsiteX9" fmla="*/ 529062 w 1421182"/>
                <a:gd name="connsiteY9" fmla="*/ 83355 h 1473817"/>
                <a:gd name="connsiteX10" fmla="*/ 473286 w 1421182"/>
                <a:gd name="connsiteY10" fmla="*/ 759626 h 1473817"/>
                <a:gd name="connsiteX11" fmla="*/ 338442 w 1421182"/>
                <a:gd name="connsiteY11" fmla="*/ 705721 h 1473817"/>
                <a:gd name="connsiteX12" fmla="*/ 719 w 1421182"/>
                <a:gd name="connsiteY12" fmla="*/ 405044 h 1473817"/>
                <a:gd name="connsiteX0" fmla="*/ 719 w 1421182"/>
                <a:gd name="connsiteY0" fmla="*/ 389959 h 1458732"/>
                <a:gd name="connsiteX1" fmla="*/ 140932 w 1421182"/>
                <a:gd name="connsiteY1" fmla="*/ 785733 h 1458732"/>
                <a:gd name="connsiteX2" fmla="*/ 309182 w 1421182"/>
                <a:gd name="connsiteY2" fmla="*/ 1144178 h 1458732"/>
                <a:gd name="connsiteX3" fmla="*/ 693290 w 1421182"/>
                <a:gd name="connsiteY3" fmla="*/ 1451535 h 1458732"/>
                <a:gd name="connsiteX4" fmla="*/ 1311364 w 1421182"/>
                <a:gd name="connsiteY4" fmla="*/ 1458732 h 1458732"/>
                <a:gd name="connsiteX5" fmla="*/ 1421092 w 1421182"/>
                <a:gd name="connsiteY5" fmla="*/ 558962 h 1458732"/>
                <a:gd name="connsiteX6" fmla="*/ 1170363 w 1421182"/>
                <a:gd name="connsiteY6" fmla="*/ 97943 h 1458732"/>
                <a:gd name="connsiteX7" fmla="*/ 955471 w 1421182"/>
                <a:gd name="connsiteY7" fmla="*/ 72233 h 1458732"/>
                <a:gd name="connsiteX8" fmla="*/ 732615 w 1421182"/>
                <a:gd name="connsiteY8" fmla="*/ 60315 h 1458732"/>
                <a:gd name="connsiteX9" fmla="*/ 500647 w 1421182"/>
                <a:gd name="connsiteY9" fmla="*/ 128658 h 1458732"/>
                <a:gd name="connsiteX10" fmla="*/ 473286 w 1421182"/>
                <a:gd name="connsiteY10" fmla="*/ 744541 h 1458732"/>
                <a:gd name="connsiteX11" fmla="*/ 338442 w 1421182"/>
                <a:gd name="connsiteY11" fmla="*/ 690636 h 1458732"/>
                <a:gd name="connsiteX12" fmla="*/ 719 w 1421182"/>
                <a:gd name="connsiteY12" fmla="*/ 389959 h 1458732"/>
                <a:gd name="connsiteX0" fmla="*/ 719 w 1421182"/>
                <a:gd name="connsiteY0" fmla="*/ 389959 h 1458732"/>
                <a:gd name="connsiteX1" fmla="*/ 140932 w 1421182"/>
                <a:gd name="connsiteY1" fmla="*/ 785733 h 1458732"/>
                <a:gd name="connsiteX2" fmla="*/ 309182 w 1421182"/>
                <a:gd name="connsiteY2" fmla="*/ 1144178 h 1458732"/>
                <a:gd name="connsiteX3" fmla="*/ 693290 w 1421182"/>
                <a:gd name="connsiteY3" fmla="*/ 1451535 h 1458732"/>
                <a:gd name="connsiteX4" fmla="*/ 1311364 w 1421182"/>
                <a:gd name="connsiteY4" fmla="*/ 1458732 h 1458732"/>
                <a:gd name="connsiteX5" fmla="*/ 1421092 w 1421182"/>
                <a:gd name="connsiteY5" fmla="*/ 558962 h 1458732"/>
                <a:gd name="connsiteX6" fmla="*/ 1170363 w 1421182"/>
                <a:gd name="connsiteY6" fmla="*/ 97943 h 1458732"/>
                <a:gd name="connsiteX7" fmla="*/ 955471 w 1421182"/>
                <a:gd name="connsiteY7" fmla="*/ 72233 h 1458732"/>
                <a:gd name="connsiteX8" fmla="*/ 732615 w 1421182"/>
                <a:gd name="connsiteY8" fmla="*/ 60315 h 1458732"/>
                <a:gd name="connsiteX9" fmla="*/ 500647 w 1421182"/>
                <a:gd name="connsiteY9" fmla="*/ 128658 h 1458732"/>
                <a:gd name="connsiteX10" fmla="*/ 473286 w 1421182"/>
                <a:gd name="connsiteY10" fmla="*/ 744541 h 1458732"/>
                <a:gd name="connsiteX11" fmla="*/ 338442 w 1421182"/>
                <a:gd name="connsiteY11" fmla="*/ 690636 h 1458732"/>
                <a:gd name="connsiteX12" fmla="*/ 719 w 1421182"/>
                <a:gd name="connsiteY12" fmla="*/ 389959 h 1458732"/>
                <a:gd name="connsiteX0" fmla="*/ 1359 w 1421822"/>
                <a:gd name="connsiteY0" fmla="*/ 389959 h 1458732"/>
                <a:gd name="connsiteX1" fmla="*/ 88289 w 1421822"/>
                <a:gd name="connsiteY1" fmla="*/ 878090 h 1458732"/>
                <a:gd name="connsiteX2" fmla="*/ 309822 w 1421822"/>
                <a:gd name="connsiteY2" fmla="*/ 1144178 h 1458732"/>
                <a:gd name="connsiteX3" fmla="*/ 693930 w 1421822"/>
                <a:gd name="connsiteY3" fmla="*/ 1451535 h 1458732"/>
                <a:gd name="connsiteX4" fmla="*/ 1312004 w 1421822"/>
                <a:gd name="connsiteY4" fmla="*/ 1458732 h 1458732"/>
                <a:gd name="connsiteX5" fmla="*/ 1421732 w 1421822"/>
                <a:gd name="connsiteY5" fmla="*/ 558962 h 1458732"/>
                <a:gd name="connsiteX6" fmla="*/ 1171003 w 1421822"/>
                <a:gd name="connsiteY6" fmla="*/ 97943 h 1458732"/>
                <a:gd name="connsiteX7" fmla="*/ 956111 w 1421822"/>
                <a:gd name="connsiteY7" fmla="*/ 72233 h 1458732"/>
                <a:gd name="connsiteX8" fmla="*/ 733255 w 1421822"/>
                <a:gd name="connsiteY8" fmla="*/ 60315 h 1458732"/>
                <a:gd name="connsiteX9" fmla="*/ 501287 w 1421822"/>
                <a:gd name="connsiteY9" fmla="*/ 128658 h 1458732"/>
                <a:gd name="connsiteX10" fmla="*/ 473926 w 1421822"/>
                <a:gd name="connsiteY10" fmla="*/ 744541 h 1458732"/>
                <a:gd name="connsiteX11" fmla="*/ 339082 w 1421822"/>
                <a:gd name="connsiteY11" fmla="*/ 690636 h 1458732"/>
                <a:gd name="connsiteX12" fmla="*/ 1359 w 1421822"/>
                <a:gd name="connsiteY12" fmla="*/ 389959 h 1458732"/>
                <a:gd name="connsiteX0" fmla="*/ 250 w 1683580"/>
                <a:gd name="connsiteY0" fmla="*/ 631511 h 1458732"/>
                <a:gd name="connsiteX1" fmla="*/ 350047 w 1683580"/>
                <a:gd name="connsiteY1" fmla="*/ 878090 h 1458732"/>
                <a:gd name="connsiteX2" fmla="*/ 571580 w 1683580"/>
                <a:gd name="connsiteY2" fmla="*/ 1144178 h 1458732"/>
                <a:gd name="connsiteX3" fmla="*/ 955688 w 1683580"/>
                <a:gd name="connsiteY3" fmla="*/ 1451535 h 1458732"/>
                <a:gd name="connsiteX4" fmla="*/ 1573762 w 1683580"/>
                <a:gd name="connsiteY4" fmla="*/ 1458732 h 1458732"/>
                <a:gd name="connsiteX5" fmla="*/ 1683490 w 1683580"/>
                <a:gd name="connsiteY5" fmla="*/ 558962 h 1458732"/>
                <a:gd name="connsiteX6" fmla="*/ 1432761 w 1683580"/>
                <a:gd name="connsiteY6" fmla="*/ 97943 h 1458732"/>
                <a:gd name="connsiteX7" fmla="*/ 1217869 w 1683580"/>
                <a:gd name="connsiteY7" fmla="*/ 72233 h 1458732"/>
                <a:gd name="connsiteX8" fmla="*/ 995013 w 1683580"/>
                <a:gd name="connsiteY8" fmla="*/ 60315 h 1458732"/>
                <a:gd name="connsiteX9" fmla="*/ 763045 w 1683580"/>
                <a:gd name="connsiteY9" fmla="*/ 128658 h 1458732"/>
                <a:gd name="connsiteX10" fmla="*/ 735684 w 1683580"/>
                <a:gd name="connsiteY10" fmla="*/ 744541 h 1458732"/>
                <a:gd name="connsiteX11" fmla="*/ 600840 w 1683580"/>
                <a:gd name="connsiteY11" fmla="*/ 690636 h 1458732"/>
                <a:gd name="connsiteX12" fmla="*/ 250 w 1683580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571637 w 1683637"/>
                <a:gd name="connsiteY2" fmla="*/ 1144178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600897 w 1683637"/>
                <a:gd name="connsiteY11" fmla="*/ 690636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571637 w 1683637"/>
                <a:gd name="connsiteY2" fmla="*/ 1144178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600897 w 1683637"/>
                <a:gd name="connsiteY11" fmla="*/ 690636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600897 w 1683637"/>
                <a:gd name="connsiteY11" fmla="*/ 690636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600897 w 1683637"/>
                <a:gd name="connsiteY11" fmla="*/ 690636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469463 w 1683637"/>
                <a:gd name="connsiteY11" fmla="*/ 633800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469463 w 1683637"/>
                <a:gd name="connsiteY11" fmla="*/ 633800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469463 w 1683637"/>
                <a:gd name="connsiteY11" fmla="*/ 633800 h 1458732"/>
                <a:gd name="connsiteX12" fmla="*/ 307 w 1683637"/>
                <a:gd name="connsiteY12" fmla="*/ 631511 h 1458732"/>
                <a:gd name="connsiteX0" fmla="*/ 307 w 1683637"/>
                <a:gd name="connsiteY0" fmla="*/ 631511 h 1458732"/>
                <a:gd name="connsiteX1" fmla="*/ 350104 w 1683637"/>
                <a:gd name="connsiteY1" fmla="*/ 878090 h 1458732"/>
                <a:gd name="connsiteX2" fmla="*/ 603609 w 1683637"/>
                <a:gd name="connsiteY2" fmla="*/ 1158387 h 1458732"/>
                <a:gd name="connsiteX3" fmla="*/ 955745 w 1683637"/>
                <a:gd name="connsiteY3" fmla="*/ 1451535 h 1458732"/>
                <a:gd name="connsiteX4" fmla="*/ 1573819 w 1683637"/>
                <a:gd name="connsiteY4" fmla="*/ 1458732 h 1458732"/>
                <a:gd name="connsiteX5" fmla="*/ 1683547 w 1683637"/>
                <a:gd name="connsiteY5" fmla="*/ 558962 h 1458732"/>
                <a:gd name="connsiteX6" fmla="*/ 1432818 w 1683637"/>
                <a:gd name="connsiteY6" fmla="*/ 97943 h 1458732"/>
                <a:gd name="connsiteX7" fmla="*/ 1217926 w 1683637"/>
                <a:gd name="connsiteY7" fmla="*/ 72233 h 1458732"/>
                <a:gd name="connsiteX8" fmla="*/ 995070 w 1683637"/>
                <a:gd name="connsiteY8" fmla="*/ 60315 h 1458732"/>
                <a:gd name="connsiteX9" fmla="*/ 763102 w 1683637"/>
                <a:gd name="connsiteY9" fmla="*/ 128658 h 1458732"/>
                <a:gd name="connsiteX10" fmla="*/ 735741 w 1683637"/>
                <a:gd name="connsiteY10" fmla="*/ 744541 h 1458732"/>
                <a:gd name="connsiteX11" fmla="*/ 469463 w 1683637"/>
                <a:gd name="connsiteY11" fmla="*/ 633800 h 1458732"/>
                <a:gd name="connsiteX12" fmla="*/ 307 w 1683637"/>
                <a:gd name="connsiteY12" fmla="*/ 631511 h 145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3637" h="1458732">
                  <a:moveTo>
                    <a:pt x="307" y="631511"/>
                  </a:moveTo>
                  <a:cubicBezTo>
                    <a:pt x="-10032" y="680992"/>
                    <a:pt x="242979" y="771031"/>
                    <a:pt x="350104" y="878090"/>
                  </a:cubicBezTo>
                  <a:cubicBezTo>
                    <a:pt x="431053" y="979811"/>
                    <a:pt x="510950" y="1038905"/>
                    <a:pt x="603609" y="1158387"/>
                  </a:cubicBezTo>
                  <a:cubicBezTo>
                    <a:pt x="691391" y="1260800"/>
                    <a:pt x="824072" y="1341807"/>
                    <a:pt x="955745" y="1451535"/>
                  </a:cubicBezTo>
                  <a:lnTo>
                    <a:pt x="1573819" y="1458732"/>
                  </a:lnTo>
                  <a:cubicBezTo>
                    <a:pt x="1690862" y="1158809"/>
                    <a:pt x="1683546" y="668689"/>
                    <a:pt x="1683547" y="558962"/>
                  </a:cubicBezTo>
                  <a:cubicBezTo>
                    <a:pt x="1666692" y="-4699"/>
                    <a:pt x="1521956" y="9660"/>
                    <a:pt x="1432818" y="97943"/>
                  </a:cubicBezTo>
                  <a:cubicBezTo>
                    <a:pt x="1415603" y="-939"/>
                    <a:pt x="1276676" y="18116"/>
                    <a:pt x="1217926" y="72233"/>
                  </a:cubicBezTo>
                  <a:cubicBezTo>
                    <a:pt x="1201804" y="-29950"/>
                    <a:pt x="1015225" y="-14213"/>
                    <a:pt x="995070" y="60315"/>
                  </a:cubicBezTo>
                  <a:cubicBezTo>
                    <a:pt x="971370" y="-17903"/>
                    <a:pt x="799222" y="-38667"/>
                    <a:pt x="763102" y="128658"/>
                  </a:cubicBezTo>
                  <a:cubicBezTo>
                    <a:pt x="737369" y="247866"/>
                    <a:pt x="733090" y="336486"/>
                    <a:pt x="735741" y="744541"/>
                  </a:cubicBezTo>
                  <a:cubicBezTo>
                    <a:pt x="643470" y="809279"/>
                    <a:pt x="546120" y="683477"/>
                    <a:pt x="469463" y="633800"/>
                  </a:cubicBezTo>
                  <a:cubicBezTo>
                    <a:pt x="340860" y="530905"/>
                    <a:pt x="61917" y="453377"/>
                    <a:pt x="307" y="63151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15465" y="3579675"/>
              <a:ext cx="211525" cy="211525"/>
            </a:xfrm>
            <a:prstGeom prst="ellipse">
              <a:avLst/>
            </a:prstGeom>
            <a:solidFill>
              <a:srgbClr val="4443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735081883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4032448" y="642924"/>
            <a:ext cx="5111552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bg-BG" sz="3200" dirty="0" smtClean="0">
                <a:solidFill>
                  <a:schemeClr val="accent2"/>
                </a:solidFill>
                <a:cs typeface="Arial" pitchFamily="34" charset="0"/>
              </a:rPr>
              <a:t>Методи за прогнозиране</a:t>
            </a:r>
          </a:p>
          <a:p>
            <a:pPr algn="l"/>
            <a:endParaRPr lang="bg-BG" sz="2800" dirty="0" smtClean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428992" y="1643056"/>
            <a:ext cx="5328592" cy="755937"/>
            <a:chOff x="3414539" y="1203598"/>
            <a:chExt cx="5328592" cy="755937"/>
          </a:xfrm>
        </p:grpSpPr>
        <p:grpSp>
          <p:nvGrpSpPr>
            <p:cNvPr id="13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" name="Rectangle 1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3214678" y="2643188"/>
            <a:ext cx="5328592" cy="755937"/>
            <a:chOff x="3414539" y="1203598"/>
            <a:chExt cx="5328592" cy="755937"/>
          </a:xfrm>
        </p:grpSpPr>
        <p:grpSp>
          <p:nvGrpSpPr>
            <p:cNvPr id="19" name="Group 18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23" name="Rectangle 22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Rectangle 20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3000364" y="3643320"/>
            <a:ext cx="5328592" cy="755937"/>
            <a:chOff x="3414539" y="1203598"/>
            <a:chExt cx="5328592" cy="755937"/>
          </a:xfrm>
        </p:grpSpPr>
        <p:grpSp>
          <p:nvGrpSpPr>
            <p:cNvPr id="27" name="Group 26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31" name="Rectangle 30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Rectangle 28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3643306" y="1714494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28992" y="2714626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14678" y="3714758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43438" y="1857370"/>
            <a:ext cx="330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Качествени методи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4380474" y="2571759"/>
            <a:ext cx="3837012" cy="747408"/>
            <a:chOff x="4667944" y="1641162"/>
            <a:chExt cx="3837012" cy="747408"/>
          </a:xfrm>
        </p:grpSpPr>
        <p:sp>
          <p:nvSpPr>
            <p:cNvPr id="50" name="TextBox 49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88032" y="1926905"/>
              <a:ext cx="3716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Времеви редове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027169" y="3483306"/>
            <a:ext cx="3833127" cy="835993"/>
            <a:chOff x="4667944" y="1641162"/>
            <a:chExt cx="3833127" cy="835993"/>
          </a:xfrm>
        </p:grpSpPr>
        <p:sp>
          <p:nvSpPr>
            <p:cNvPr id="53" name="TextBox 52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84147" y="2015490"/>
              <a:ext cx="37169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Клаузални методи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96530784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83518"/>
            <a:ext cx="9144000" cy="576064"/>
          </a:xfrm>
        </p:spPr>
        <p:txBody>
          <a:bodyPr/>
          <a:lstStyle/>
          <a:p>
            <a:r>
              <a:rPr lang="bg-BG" altLang="ko-KR" dirty="0" smtClean="0"/>
              <a:t>Качествени методи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2357436"/>
            <a:ext cx="3024336" cy="7078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altLang="ko-KR" sz="2000" b="1" dirty="0" smtClean="0">
                <a:solidFill>
                  <a:schemeClr val="bg1"/>
                </a:solidFill>
                <a:cs typeface="Arial" pitchFamily="34" charset="0"/>
              </a:rPr>
              <a:t>Пазарни изследвания</a:t>
            </a:r>
          </a:p>
          <a:p>
            <a:pPr algn="ctr"/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43504" y="2357436"/>
            <a:ext cx="2880320" cy="7117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altLang="ko-KR" sz="2000" b="1" dirty="0" smtClean="0">
                <a:solidFill>
                  <a:schemeClr val="bg1"/>
                </a:solidFill>
                <a:cs typeface="Arial" pitchFamily="34" charset="0"/>
              </a:rPr>
              <a:t>Групова експертна оценка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71315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83518"/>
            <a:ext cx="9144000" cy="576064"/>
          </a:xfrm>
        </p:spPr>
        <p:txBody>
          <a:bodyPr/>
          <a:lstStyle/>
          <a:p>
            <a:r>
              <a:rPr lang="bg-BG" altLang="ko-KR" dirty="0" smtClean="0"/>
              <a:t>Времеви редове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1538" y="2428874"/>
            <a:ext cx="2808312" cy="70788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altLang="ko-KR" sz="2000" b="1" dirty="0" smtClean="0">
                <a:solidFill>
                  <a:schemeClr val="bg1"/>
                </a:solidFill>
                <a:cs typeface="Arial" pitchFamily="34" charset="0"/>
              </a:rPr>
              <a:t>Пълзяща средна</a:t>
            </a:r>
          </a:p>
          <a:p>
            <a:pPr algn="ctr"/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4942" y="2357436"/>
            <a:ext cx="2613100" cy="7078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altLang="ko-KR" sz="2000" b="1" dirty="0" smtClean="0">
                <a:solidFill>
                  <a:schemeClr val="bg1"/>
                </a:solidFill>
                <a:cs typeface="Arial" pitchFamily="34" charset="0"/>
              </a:rPr>
              <a:t>Експоненциално изглаждане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9434305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83518"/>
            <a:ext cx="9144000" cy="576064"/>
          </a:xfrm>
        </p:spPr>
        <p:txBody>
          <a:bodyPr/>
          <a:lstStyle/>
          <a:p>
            <a:r>
              <a:rPr lang="bg-BG" altLang="ko-KR" dirty="0" smtClean="0"/>
              <a:t>Каузални методи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857488" y="2357436"/>
            <a:ext cx="3024336" cy="5551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altLang="ko-KR" sz="2000" b="1" dirty="0" smtClean="0">
                <a:solidFill>
                  <a:schemeClr val="bg1"/>
                </a:solidFill>
                <a:cs typeface="Arial" pitchFamily="34" charset="0"/>
              </a:rPr>
              <a:t>Имитационни модели</a:t>
            </a:r>
          </a:p>
          <a:p>
            <a:pPr algn="ctr"/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0090455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4282" y="500048"/>
            <a:ext cx="8572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 smtClean="0">
                <a:solidFill>
                  <a:schemeClr val="accent2"/>
                </a:solidFill>
                <a:cs typeface="Arial" pitchFamily="34" charset="0"/>
              </a:rPr>
              <a:t>Анализ на отклонения и препоръки</a:t>
            </a:r>
          </a:p>
          <a:p>
            <a:endParaRPr lang="ko-KR" altLang="en-US" sz="2800" b="1" dirty="0">
              <a:solidFill>
                <a:srgbClr val="FFFF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20" y="1285866"/>
            <a:ext cx="8643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2000" dirty="0" smtClean="0">
                <a:solidFill>
                  <a:schemeClr val="bg1"/>
                </a:solidFill>
                <a:cs typeface="Arial" pitchFamily="34" charset="0"/>
              </a:rPr>
              <a:t>  HAZOP</a:t>
            </a:r>
            <a:r>
              <a:rPr lang="bg-BG" altLang="ko-KR" sz="20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en-US" altLang="ko-KR" sz="20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8" name="Picture 17" descr="Без име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2000246"/>
            <a:ext cx="7500990" cy="27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33245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00562" y="1357304"/>
            <a:ext cx="3857652" cy="2428892"/>
          </a:xfrm>
        </p:spPr>
        <p:txBody>
          <a:bodyPr/>
          <a:lstStyle/>
          <a:p>
            <a:r>
              <a:rPr lang="bg-BG" altLang="ko-KR" sz="2400" b="1" dirty="0" smtClean="0"/>
              <a:t>Преподреждане </a:t>
            </a:r>
          </a:p>
          <a:p>
            <a:r>
              <a:rPr lang="bg-BG" altLang="ko-KR" sz="2400" b="1" dirty="0" smtClean="0"/>
              <a:t>на </a:t>
            </a:r>
          </a:p>
          <a:p>
            <a:r>
              <a:rPr lang="bg-BG" altLang="ko-KR" sz="2400" b="1" dirty="0" smtClean="0"/>
              <a:t>незавършени </a:t>
            </a:r>
          </a:p>
          <a:p>
            <a:r>
              <a:rPr lang="bg-BG" altLang="ko-KR" sz="2400" b="1" dirty="0" smtClean="0"/>
              <a:t>етапи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3101234267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alf Frame 6"/>
          <p:cNvSpPr/>
          <p:nvPr/>
        </p:nvSpPr>
        <p:spPr>
          <a:xfrm>
            <a:off x="1643042" y="1500180"/>
            <a:ext cx="1071570" cy="1071570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/>
        </p:nvSpPr>
        <p:spPr>
          <a:xfrm rot="10800000">
            <a:off x="6143636" y="3357568"/>
            <a:ext cx="1143008" cy="1000132"/>
          </a:xfrm>
          <a:prstGeom prst="halfFrame">
            <a:avLst>
              <a:gd name="adj1" fmla="val 8333"/>
              <a:gd name="adj2" fmla="val 8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2" name="Picture 11" descr="refactor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4480" y="1571618"/>
            <a:ext cx="5502657" cy="271464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-71470" y="714362"/>
            <a:ext cx="9144000" cy="576064"/>
          </a:xfrm>
        </p:spPr>
        <p:txBody>
          <a:bodyPr/>
          <a:lstStyle/>
          <a:p>
            <a:r>
              <a:rPr lang="en-US" smtClean="0"/>
              <a:t>Code Refactoring</a:t>
            </a:r>
            <a:endParaRPr lang="en-US" dirty="0" smtClean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xmlns="" val="214063367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4032448" y="642924"/>
            <a:ext cx="5111552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bg-BG" sz="2800" dirty="0" smtClean="0">
                <a:solidFill>
                  <a:schemeClr val="accent2"/>
                </a:solidFill>
                <a:cs typeface="Arial" pitchFamily="34" charset="0"/>
              </a:rPr>
              <a:t>Видове рефакторинг техники:</a:t>
            </a:r>
          </a:p>
          <a:p>
            <a:pPr algn="l"/>
            <a:endParaRPr lang="bg-BG" sz="2800" dirty="0" smtClean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4" name="Group 11"/>
          <p:cNvGrpSpPr/>
          <p:nvPr/>
        </p:nvGrpSpPr>
        <p:grpSpPr>
          <a:xfrm>
            <a:off x="3428992" y="1643056"/>
            <a:ext cx="5328592" cy="755937"/>
            <a:chOff x="3414539" y="1203598"/>
            <a:chExt cx="5328592" cy="755937"/>
          </a:xfrm>
        </p:grpSpPr>
        <p:grpSp>
          <p:nvGrpSpPr>
            <p:cNvPr id="5" name="Group 12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14" name="Rectangle 13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10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" name="Rectangle 1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Group 17"/>
          <p:cNvGrpSpPr/>
          <p:nvPr/>
        </p:nvGrpSpPr>
        <p:grpSpPr>
          <a:xfrm>
            <a:off x="3214678" y="2643188"/>
            <a:ext cx="5328592" cy="755937"/>
            <a:chOff x="3414539" y="1203598"/>
            <a:chExt cx="5328592" cy="755937"/>
          </a:xfrm>
        </p:grpSpPr>
        <p:grpSp>
          <p:nvGrpSpPr>
            <p:cNvPr id="9" name="Group 18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23" name="Rectangle 22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19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Rectangle 20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" name="Group 25"/>
          <p:cNvGrpSpPr/>
          <p:nvPr/>
        </p:nvGrpSpPr>
        <p:grpSpPr>
          <a:xfrm>
            <a:off x="3000364" y="3643320"/>
            <a:ext cx="5328592" cy="755937"/>
            <a:chOff x="3414539" y="1203598"/>
            <a:chExt cx="5328592" cy="755937"/>
          </a:xfrm>
        </p:grpSpPr>
        <p:grpSp>
          <p:nvGrpSpPr>
            <p:cNvPr id="12" name="Group 26"/>
            <p:cNvGrpSpPr/>
            <p:nvPr/>
          </p:nvGrpSpPr>
          <p:grpSpPr>
            <a:xfrm>
              <a:off x="3414539" y="1203598"/>
              <a:ext cx="3816400" cy="576064"/>
              <a:chOff x="4572000" y="1743933"/>
              <a:chExt cx="3816400" cy="576064"/>
            </a:xfrm>
            <a:solidFill>
              <a:srgbClr val="FFC000"/>
            </a:solidFill>
          </p:grpSpPr>
          <p:sp>
            <p:nvSpPr>
              <p:cNvPr id="31" name="Rectangle 30"/>
              <p:cNvSpPr/>
              <p:nvPr/>
            </p:nvSpPr>
            <p:spPr>
              <a:xfrm>
                <a:off x="4788024" y="1743933"/>
                <a:ext cx="3384376" cy="57606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5400000">
                <a:off x="7992400" y="1923933"/>
                <a:ext cx="576000" cy="216000"/>
              </a:xfrm>
              <a:prstGeom prst="triangle">
                <a:avLst>
                  <a:gd name="adj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27"/>
            <p:cNvGrpSpPr/>
            <p:nvPr/>
          </p:nvGrpSpPr>
          <p:grpSpPr>
            <a:xfrm>
              <a:off x="4314639" y="1383471"/>
              <a:ext cx="4428492" cy="576064"/>
              <a:chOff x="4572000" y="1743934"/>
              <a:chExt cx="4428492" cy="576064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Rectangle 28"/>
              <p:cNvSpPr/>
              <p:nvPr/>
            </p:nvSpPr>
            <p:spPr>
              <a:xfrm>
                <a:off x="4788024" y="1743934"/>
                <a:ext cx="4212468" cy="5760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16200000">
                <a:off x="4392000" y="1923934"/>
                <a:ext cx="576000" cy="216000"/>
              </a:xfrm>
              <a:prstGeom prst="triangle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3643306" y="1714494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28992" y="2714626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14678" y="3714758"/>
            <a:ext cx="60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14744" y="1714494"/>
            <a:ext cx="50006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</a:t>
            </a:r>
            <a:r>
              <a:rPr lang="bg-BG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Техники, които позволяват </a:t>
            </a:r>
          </a:p>
          <a:p>
            <a:r>
              <a:rPr lang="bg-BG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	по-голяма абстракция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7" name="Group 48"/>
          <p:cNvGrpSpPr/>
          <p:nvPr/>
        </p:nvGrpSpPr>
        <p:grpSpPr>
          <a:xfrm>
            <a:off x="4380474" y="2571759"/>
            <a:ext cx="3765574" cy="860636"/>
            <a:chOff x="4667944" y="1641162"/>
            <a:chExt cx="3765574" cy="860636"/>
          </a:xfrm>
        </p:grpSpPr>
        <p:sp>
          <p:nvSpPr>
            <p:cNvPr id="50" name="TextBox 49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716594" y="1855467"/>
              <a:ext cx="37169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Техники за разделяне на кода на съставни части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1"/>
          <p:cNvGrpSpPr/>
          <p:nvPr/>
        </p:nvGrpSpPr>
        <p:grpSpPr>
          <a:xfrm>
            <a:off x="4027169" y="3483306"/>
            <a:ext cx="4331045" cy="949221"/>
            <a:chOff x="4667944" y="1641162"/>
            <a:chExt cx="4331045" cy="949221"/>
          </a:xfrm>
        </p:grpSpPr>
        <p:sp>
          <p:nvSpPr>
            <p:cNvPr id="53" name="TextBox 52"/>
            <p:cNvSpPr txBox="1"/>
            <p:nvPr/>
          </p:nvSpPr>
          <p:spPr>
            <a:xfrm>
              <a:off x="4667944" y="1641162"/>
              <a:ext cx="33070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784147" y="1944052"/>
              <a:ext cx="42148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Техники за подобряване на името и местоположението на кода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095055991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7172"/>
            <a:ext cx="9144000" cy="576064"/>
          </a:xfrm>
        </p:spPr>
        <p:txBody>
          <a:bodyPr/>
          <a:lstStyle/>
          <a:p>
            <a:r>
              <a:rPr lang="bg-BG" altLang="ko-KR" dirty="0" smtClean="0"/>
              <a:t>Сравняване на текущото състояние на дейностите с базовия план</a:t>
            </a:r>
            <a:endParaRPr lang="ko-KR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428596" y="1714494"/>
            <a:ext cx="2286016" cy="292895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1472" y="2428874"/>
            <a:ext cx="2000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altLang="ko-KR" b="1" dirty="0" smtClean="0">
                <a:solidFill>
                  <a:schemeClr val="bg1"/>
                </a:solidFill>
                <a:cs typeface="Arial" pitchFamily="34" charset="0"/>
              </a:rPr>
              <a:t>Какво представлява  планирането на проект ? 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2" name="Picture 3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86116" y="1714494"/>
            <a:ext cx="5343525" cy="2946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6293298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Ð ÐµÐ·ÑÐ»ÑÐ°Ñ Ñ Ð¸Ð·Ð¾Ð±ÑÐ°Ð¶ÐµÐ½Ð¸Ðµ Ð·Ð° planning the duration of a software project management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42858"/>
            <a:ext cx="707236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08571664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 smtClean="0"/>
              <a:t>Софтуери за планиране на проекта</a:t>
            </a:r>
            <a:endParaRPr lang="bg-BG" sz="2800" dirty="0"/>
          </a:p>
        </p:txBody>
      </p:sp>
      <p:pic>
        <p:nvPicPr>
          <p:cNvPr id="45058" name="Picture 2" descr="forecast screenshot - project scheduling too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571618"/>
            <a:ext cx="8643966" cy="3369529"/>
          </a:xfrm>
          <a:prstGeom prst="rect">
            <a:avLst/>
          </a:prstGeom>
          <a:noFill/>
        </p:spPr>
      </p:pic>
      <p:sp>
        <p:nvSpPr>
          <p:cNvPr id="4" name="Text Placeholder 1"/>
          <p:cNvSpPr txBox="1">
            <a:spLocks/>
          </p:cNvSpPr>
          <p:nvPr/>
        </p:nvSpPr>
        <p:spPr>
          <a:xfrm>
            <a:off x="214282" y="928676"/>
            <a:ext cx="2000264" cy="576064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 Forecast</a:t>
            </a:r>
            <a:endParaRPr kumimoji="0" lang="bg-BG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 smtClean="0"/>
              <a:t>Софтуери за планиране на проекта</a:t>
            </a:r>
            <a:endParaRPr lang="bg-BG" sz="2800" dirty="0"/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4282" y="928676"/>
            <a:ext cx="2000264" cy="576064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schemeClr val="accent2"/>
                </a:solidFill>
                <a:latin typeface="+mj-lt"/>
                <a:cs typeface="Arial" pitchFamily="34" charset="0"/>
              </a:rPr>
              <a:t>Hive</a:t>
            </a:r>
            <a:endParaRPr kumimoji="0" lang="bg-BG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Arial" pitchFamily="34" charset="0"/>
            </a:endParaRPr>
          </a:p>
        </p:txBody>
      </p:sp>
      <p:pic>
        <p:nvPicPr>
          <p:cNvPr id="47106" name="Picture 2" descr="hive screenshot - project scheduling too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06" y="1357304"/>
            <a:ext cx="9215502" cy="394823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800" dirty="0" smtClean="0"/>
              <a:t>Софтуери за планиране на проекта</a:t>
            </a:r>
            <a:endParaRPr lang="bg-BG" sz="2800" dirty="0"/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4282" y="928676"/>
            <a:ext cx="2000264" cy="576064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 </a:t>
            </a:r>
            <a:r>
              <a:rPr lang="en-US" sz="2800" noProof="0" dirty="0" smtClean="0">
                <a:solidFill>
                  <a:schemeClr val="accent2"/>
                </a:solidFill>
                <a:latin typeface="+mj-lt"/>
                <a:cs typeface="Arial" pitchFamily="34" charset="0"/>
              </a:rPr>
              <a:t>Monday</a:t>
            </a:r>
            <a:endParaRPr kumimoji="0" lang="bg-BG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Arial" pitchFamily="34" charset="0"/>
            </a:endParaRPr>
          </a:p>
        </p:txBody>
      </p:sp>
      <p:pic>
        <p:nvPicPr>
          <p:cNvPr id="48130" name="Picture 2" descr="monday-screenshot-project-scheduling-softwa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428742"/>
            <a:ext cx="8572528" cy="35719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2844" y="2071684"/>
            <a:ext cx="9144000" cy="576064"/>
          </a:xfrm>
        </p:spPr>
        <p:txBody>
          <a:bodyPr/>
          <a:lstStyle/>
          <a:p>
            <a:r>
              <a:rPr lang="bg-BG" sz="4400" dirty="0" smtClean="0"/>
              <a:t>Защо да планираме проекта си?</a:t>
            </a:r>
            <a:endParaRPr lang="bg-BG" sz="4400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786196"/>
            <a:ext cx="9144000" cy="576063"/>
          </a:xfrm>
        </p:spPr>
        <p:txBody>
          <a:bodyPr/>
          <a:lstStyle/>
          <a:p>
            <a:r>
              <a:rPr lang="bg-BG" altLang="ko-KR" dirty="0" smtClean="0"/>
              <a:t>Благодарим Ви за вниманието!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61455909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3979</TotalTime>
  <Words>168</Words>
  <Application>Microsoft Office PowerPoint</Application>
  <PresentationFormat>On-screen Show (16:9)</PresentationFormat>
  <Paragraphs>63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Cover and End Slide Master</vt:lpstr>
      <vt:lpstr>Contents Slide Master</vt:lpstr>
      <vt:lpstr>Section Break Slide Master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Потребител на Windows</cp:lastModifiedBy>
  <cp:revision>132</cp:revision>
  <dcterms:created xsi:type="dcterms:W3CDTF">2016-12-05T23:26:54Z</dcterms:created>
  <dcterms:modified xsi:type="dcterms:W3CDTF">2019-03-29T08:43:16Z</dcterms:modified>
</cp:coreProperties>
</file>