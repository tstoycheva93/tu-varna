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4"/>
  </p:sldMasterIdLst>
  <p:notesMasterIdLst>
    <p:notesMasterId r:id="rId26"/>
  </p:notesMasterIdLst>
  <p:sldIdLst>
    <p:sldId id="256" r:id="rId5"/>
    <p:sldId id="257" r:id="rId6"/>
    <p:sldId id="267" r:id="rId7"/>
    <p:sldId id="258" r:id="rId8"/>
    <p:sldId id="259" r:id="rId9"/>
    <p:sldId id="260" r:id="rId10"/>
    <p:sldId id="263" r:id="rId11"/>
    <p:sldId id="262" r:id="rId12"/>
    <p:sldId id="264" r:id="rId13"/>
    <p:sldId id="268" r:id="rId14"/>
    <p:sldId id="265" r:id="rId15"/>
    <p:sldId id="266" r:id="rId16"/>
    <p:sldId id="269" r:id="rId17"/>
    <p:sldId id="272" r:id="rId18"/>
    <p:sldId id="271" r:id="rId19"/>
    <p:sldId id="261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ПЕТЪР ИВАНОВ ПЕТРОВ СИТ 3" userId="S::s18621703@onlineedu.tu-varna.bg::0d5f2356-f504-4010-8af2-8ff30e8e5506" providerId="AD" clId="Web-{F8619DEC-827A-4952-8000-FF71046AA603}"/>
    <pc:docChg chg="modSld">
      <pc:chgData name="ПЕТЪР ИВАНОВ ПЕТРОВ СИТ 3" userId="S::s18621703@onlineedu.tu-varna.bg::0d5f2356-f504-4010-8af2-8ff30e8e5506" providerId="AD" clId="Web-{F8619DEC-827A-4952-8000-FF71046AA603}" dt="2021-06-06T16:50:47.910" v="0"/>
      <pc:docMkLst>
        <pc:docMk/>
      </pc:docMkLst>
      <pc:sldChg chg="addSp">
        <pc:chgData name="ПЕТЪР ИВАНОВ ПЕТРОВ СИТ 3" userId="S::s18621703@onlineedu.tu-varna.bg::0d5f2356-f504-4010-8af2-8ff30e8e5506" providerId="AD" clId="Web-{F8619DEC-827A-4952-8000-FF71046AA603}" dt="2021-06-06T16:50:47.910" v="0"/>
        <pc:sldMkLst>
          <pc:docMk/>
          <pc:sldMk cId="3338819983" sldId="271"/>
        </pc:sldMkLst>
        <pc:spChg chg="add">
          <ac:chgData name="ПЕТЪР ИВАНОВ ПЕТРОВ СИТ 3" userId="S::s18621703@onlineedu.tu-varna.bg::0d5f2356-f504-4010-8af2-8ff30e8e5506" providerId="AD" clId="Web-{F8619DEC-827A-4952-8000-FF71046AA603}" dt="2021-06-06T16:50:47.910" v="0"/>
          <ac:spMkLst>
            <pc:docMk/>
            <pc:sldMk cId="3338819983" sldId="271"/>
            <ac:spMk id="3" creationId="{B6EA20DE-891E-4602-8A1D-512FD69C13BB}"/>
          </ac:spMkLst>
        </pc:spChg>
      </pc:sldChg>
    </pc:docChg>
  </pc:docChgLst>
  <pc:docChgLst>
    <pc:chgData name="ЖУЛИЕН ЕМИЛОВ ГЕОРГИЕВ СИТ 6" userId="S::s18621834@onlineedu.tu-varna.bg::f6ff7ed9-b27d-4373-a668-7da9f172ff03" providerId="AD" clId="Web-{792BEE21-1DE2-4C74-8643-BEE0E1523B7B}"/>
    <pc:docChg chg="modSld">
      <pc:chgData name="ЖУЛИЕН ЕМИЛОВ ГЕОРГИЕВ СИТ 6" userId="S::s18621834@onlineedu.tu-varna.bg::f6ff7ed9-b27d-4373-a668-7da9f172ff03" providerId="AD" clId="Web-{792BEE21-1DE2-4C74-8643-BEE0E1523B7B}" dt="2021-06-15T20:44:37.079" v="14" actId="1076"/>
      <pc:docMkLst>
        <pc:docMk/>
      </pc:docMkLst>
      <pc:sldChg chg="modSp">
        <pc:chgData name="ЖУЛИЕН ЕМИЛОВ ГЕОРГИЕВ СИТ 6" userId="S::s18621834@onlineedu.tu-varna.bg::f6ff7ed9-b27d-4373-a668-7da9f172ff03" providerId="AD" clId="Web-{792BEE21-1DE2-4C74-8643-BEE0E1523B7B}" dt="2021-06-15T20:33:27.236" v="13"/>
        <pc:sldMkLst>
          <pc:docMk/>
          <pc:sldMk cId="1276257471" sldId="261"/>
        </pc:sldMkLst>
        <pc:spChg chg="mod">
          <ac:chgData name="ЖУЛИЕН ЕМИЛОВ ГЕОРГИЕВ СИТ 6" userId="S::s18621834@onlineedu.tu-varna.bg::f6ff7ed9-b27d-4373-a668-7da9f172ff03" providerId="AD" clId="Web-{792BEE21-1DE2-4C74-8643-BEE0E1523B7B}" dt="2021-06-15T20:25:05.471" v="11" actId="20577"/>
          <ac:spMkLst>
            <pc:docMk/>
            <pc:sldMk cId="1276257471" sldId="261"/>
            <ac:spMk id="2" creationId="{00000000-0000-0000-0000-000000000000}"/>
          </ac:spMkLst>
        </pc:spChg>
        <pc:graphicFrameChg chg="mod modGraphic">
          <ac:chgData name="ЖУЛИЕН ЕМИЛОВ ГЕОРГИЕВ СИТ 6" userId="S::s18621834@onlineedu.tu-varna.bg::f6ff7ed9-b27d-4373-a668-7da9f172ff03" providerId="AD" clId="Web-{792BEE21-1DE2-4C74-8643-BEE0E1523B7B}" dt="2021-06-15T20:33:27.236" v="13"/>
          <ac:graphicFrameMkLst>
            <pc:docMk/>
            <pc:sldMk cId="1276257471" sldId="261"/>
            <ac:graphicFrameMk id="4" creationId="{00000000-0000-0000-0000-000000000000}"/>
          </ac:graphicFrameMkLst>
        </pc:graphicFrameChg>
      </pc:sldChg>
      <pc:sldChg chg="modSp mod modShow">
        <pc:chgData name="ЖУЛИЕН ЕМИЛОВ ГЕОРГИЕВ СИТ 6" userId="S::s18621834@onlineedu.tu-varna.bg::f6ff7ed9-b27d-4373-a668-7da9f172ff03" providerId="AD" clId="Web-{792BEE21-1DE2-4C74-8643-BEE0E1523B7B}" dt="2021-06-15T20:13:19.316" v="9" actId="20577"/>
        <pc:sldMkLst>
          <pc:docMk/>
          <pc:sldMk cId="2267705873" sldId="268"/>
        </pc:sldMkLst>
        <pc:spChg chg="mod">
          <ac:chgData name="ЖУЛИЕН ЕМИЛОВ ГЕОРГИЕВ СИТ 6" userId="S::s18621834@onlineedu.tu-varna.bg::f6ff7ed9-b27d-4373-a668-7da9f172ff03" providerId="AD" clId="Web-{792BEE21-1DE2-4C74-8643-BEE0E1523B7B}" dt="2021-06-15T20:13:19.316" v="9" actId="20577"/>
          <ac:spMkLst>
            <pc:docMk/>
            <pc:sldMk cId="2267705873" sldId="268"/>
            <ac:spMk id="7" creationId="{00000000-0000-0000-0000-000000000000}"/>
          </ac:spMkLst>
        </pc:spChg>
        <pc:graphicFrameChg chg="mod">
          <ac:chgData name="ЖУЛИЕН ЕМИЛОВ ГЕОРГИЕВ СИТ 6" userId="S::s18621834@onlineedu.tu-varna.bg::f6ff7ed9-b27d-4373-a668-7da9f172ff03" providerId="AD" clId="Web-{792BEE21-1DE2-4C74-8643-BEE0E1523B7B}" dt="2021-06-15T20:06:41.495" v="4" actId="1076"/>
          <ac:graphicFrameMkLst>
            <pc:docMk/>
            <pc:sldMk cId="2267705873" sldId="268"/>
            <ac:graphicFrameMk id="4" creationId="{00000000-0000-0000-0000-000000000000}"/>
          </ac:graphicFrameMkLst>
        </pc:graphicFrameChg>
      </pc:sldChg>
      <pc:sldChg chg="modSp">
        <pc:chgData name="ЖУЛИЕН ЕМИЛОВ ГЕОРГИЕВ СИТ 6" userId="S::s18621834@onlineedu.tu-varna.bg::f6ff7ed9-b27d-4373-a668-7da9f172ff03" providerId="AD" clId="Web-{792BEE21-1DE2-4C74-8643-BEE0E1523B7B}" dt="2021-06-15T20:44:37.079" v="14" actId="1076"/>
        <pc:sldMkLst>
          <pc:docMk/>
          <pc:sldMk cId="2660720566" sldId="277"/>
        </pc:sldMkLst>
        <pc:spChg chg="mod">
          <ac:chgData name="ЖУЛИЕН ЕМИЛОВ ГЕОРГИЕВ СИТ 6" userId="S::s18621834@onlineedu.tu-varna.bg::f6ff7ed9-b27d-4373-a668-7da9f172ff03" providerId="AD" clId="Web-{792BEE21-1DE2-4C74-8643-BEE0E1523B7B}" dt="2021-06-15T20:44:37.079" v="14" actId="1076"/>
          <ac:spMkLst>
            <pc:docMk/>
            <pc:sldMk cId="2660720566" sldId="277"/>
            <ac:spMk id="2" creationId="{00000000-0000-0000-0000-000000000000}"/>
          </ac:spMkLst>
        </pc:spChg>
      </pc:sldChg>
    </pc:docChg>
  </pc:docChgLst>
  <pc:docChgLst>
    <pc:chgData name="ДАНАИЛ ЖИВКОВ ЖЕКОВ СИТ 2" userId="S::s18621677@onlineedu.tu-varna.bg::82be1ea1-7433-40fd-9bd4-7379fbb536d3" providerId="AD" clId="Web-{A155A376-2843-430C-AFDC-E1CFE3488E05}"/>
    <pc:docChg chg="modSld">
      <pc:chgData name="ДАНАИЛ ЖИВКОВ ЖЕКОВ СИТ 2" userId="S::s18621677@onlineedu.tu-varna.bg::82be1ea1-7433-40fd-9bd4-7379fbb536d3" providerId="AD" clId="Web-{A155A376-2843-430C-AFDC-E1CFE3488E05}" dt="2021-06-08T09:04:30.109" v="2" actId="1076"/>
      <pc:docMkLst>
        <pc:docMk/>
      </pc:docMkLst>
      <pc:sldChg chg="modSp">
        <pc:chgData name="ДАНАИЛ ЖИВКОВ ЖЕКОВ СИТ 2" userId="S::s18621677@onlineedu.tu-varna.bg::82be1ea1-7433-40fd-9bd4-7379fbb536d3" providerId="AD" clId="Web-{A155A376-2843-430C-AFDC-E1CFE3488E05}" dt="2021-06-08T09:04:30.109" v="2" actId="1076"/>
        <pc:sldMkLst>
          <pc:docMk/>
          <pc:sldMk cId="2464465011" sldId="274"/>
        </pc:sldMkLst>
        <pc:picChg chg="mod">
          <ac:chgData name="ДАНАИЛ ЖИВКОВ ЖЕКОВ СИТ 2" userId="S::s18621677@onlineedu.tu-varna.bg::82be1ea1-7433-40fd-9bd4-7379fbb536d3" providerId="AD" clId="Web-{A155A376-2843-430C-AFDC-E1CFE3488E05}" dt="2021-06-08T09:04:30.109" v="2" actId="1076"/>
          <ac:picMkLst>
            <pc:docMk/>
            <pc:sldMk cId="2464465011" sldId="274"/>
            <ac:picMk id="7" creationId="{00000000-0000-0000-0000-000000000000}"/>
          </ac:picMkLst>
        </pc:picChg>
      </pc:sldChg>
    </pc:docChg>
  </pc:docChgLst>
  <pc:docChgLst>
    <pc:chgData name="ДИМИТЪР МАРИНОВ ГЕОРГИЕВ СИТ 2" userId="S::s18621745@onlineedu.tu-varna.bg::68f332de-fc7b-4509-b3cc-c12fbff3f3f2" providerId="AD" clId="Web-{8A3B45C8-6CF8-4BDC-87E0-0C87E6F95DE8}"/>
    <pc:docChg chg="modSld">
      <pc:chgData name="ДИМИТЪР МАРИНОВ ГЕОРГИЕВ СИТ 2" userId="S::s18621745@onlineedu.tu-varna.bg::68f332de-fc7b-4509-b3cc-c12fbff3f3f2" providerId="AD" clId="Web-{8A3B45C8-6CF8-4BDC-87E0-0C87E6F95DE8}" dt="2021-06-07T21:06:02.129" v="4" actId="1076"/>
      <pc:docMkLst>
        <pc:docMk/>
      </pc:docMkLst>
      <pc:sldChg chg="modSp">
        <pc:chgData name="ДИМИТЪР МАРИНОВ ГЕОРГИЕВ СИТ 2" userId="S::s18621745@onlineedu.tu-varna.bg::68f332de-fc7b-4509-b3cc-c12fbff3f3f2" providerId="AD" clId="Web-{8A3B45C8-6CF8-4BDC-87E0-0C87E6F95DE8}" dt="2021-06-07T21:06:02.129" v="4" actId="1076"/>
        <pc:sldMkLst>
          <pc:docMk/>
          <pc:sldMk cId="986625436" sldId="272"/>
        </pc:sldMkLst>
        <pc:picChg chg="mod">
          <ac:chgData name="ДИМИТЪР МАРИНОВ ГЕОРГИЕВ СИТ 2" userId="S::s18621745@onlineedu.tu-varna.bg::68f332de-fc7b-4509-b3cc-c12fbff3f3f2" providerId="AD" clId="Web-{8A3B45C8-6CF8-4BDC-87E0-0C87E6F95DE8}" dt="2021-06-07T21:06:02.129" v="4" actId="1076"/>
          <ac:picMkLst>
            <pc:docMk/>
            <pc:sldMk cId="986625436" sldId="272"/>
            <ac:picMk id="4" creationId="{00000000-0000-0000-0000-000000000000}"/>
          </ac:picMkLst>
        </pc:picChg>
      </pc:sldChg>
    </pc:docChg>
  </pc:docChgLst>
  <pc:docChgLst>
    <pc:chgData name="ХРИСТИАН ГЕОРГИЕВ ТОДОРОВ СИТ 6" userId="S::s18621831@onlineedu.tu-varna.bg::08af31b6-02c5-4e9f-ae87-e0931e631e07" providerId="AD" clId="Web-{A0848BBA-ABE8-4885-9E0D-154E24B276BA}"/>
    <pc:docChg chg="modSld">
      <pc:chgData name="ХРИСТИАН ГЕОРГИЕВ ТОДОРОВ СИТ 6" userId="S::s18621831@onlineedu.tu-varna.bg::08af31b6-02c5-4e9f-ae87-e0931e631e07" providerId="AD" clId="Web-{A0848BBA-ABE8-4885-9E0D-154E24B276BA}" dt="2021-05-30T12:31:15.177" v="1" actId="14100"/>
      <pc:docMkLst>
        <pc:docMk/>
      </pc:docMkLst>
      <pc:sldChg chg="modSp">
        <pc:chgData name="ХРИСТИАН ГЕОРГИЕВ ТОДОРОВ СИТ 6" userId="S::s18621831@onlineedu.tu-varna.bg::08af31b6-02c5-4e9f-ae87-e0931e631e07" providerId="AD" clId="Web-{A0848BBA-ABE8-4885-9E0D-154E24B276BA}" dt="2021-05-30T12:31:15.177" v="1" actId="14100"/>
        <pc:sldMkLst>
          <pc:docMk/>
          <pc:sldMk cId="986625436" sldId="272"/>
        </pc:sldMkLst>
        <pc:picChg chg="mod">
          <ac:chgData name="ХРИСТИАН ГЕОРГИЕВ ТОДОРОВ СИТ 6" userId="S::s18621831@onlineedu.tu-varna.bg::08af31b6-02c5-4e9f-ae87-e0931e631e07" providerId="AD" clId="Web-{A0848BBA-ABE8-4885-9E0D-154E24B276BA}" dt="2021-05-30T12:31:15.177" v="1" actId="14100"/>
          <ac:picMkLst>
            <pc:docMk/>
            <pc:sldMk cId="986625436" sldId="272"/>
            <ac:picMk id="4" creationId="{00000000-0000-0000-0000-000000000000}"/>
          </ac:picMkLst>
        </pc:picChg>
      </pc:sldChg>
    </pc:docChg>
  </pc:docChgLst>
  <pc:docChgLst>
    <pc:chgData name="БОЯН РОСЕНОВ ЦОНЕВ СИТ 4" userId="S::s18621742@onlineedu.tu-varna.bg::ff824748-709d-4894-aa61-891af2b50285" providerId="AD" clId="Web-{1E6A36D8-F22B-4AE3-B3C3-052190378E0D}"/>
    <pc:docChg chg="modSld">
      <pc:chgData name="БОЯН РОСЕНОВ ЦОНЕВ СИТ 4" userId="S::s18621742@onlineedu.tu-varna.bg::ff824748-709d-4894-aa61-891af2b50285" providerId="AD" clId="Web-{1E6A36D8-F22B-4AE3-B3C3-052190378E0D}" dt="2021-06-01T11:06:55.686" v="1" actId="1076"/>
      <pc:docMkLst>
        <pc:docMk/>
      </pc:docMkLst>
      <pc:sldChg chg="modSp">
        <pc:chgData name="БОЯН РОСЕНОВ ЦОНЕВ СИТ 4" userId="S::s18621742@onlineedu.tu-varna.bg::ff824748-709d-4894-aa61-891af2b50285" providerId="AD" clId="Web-{1E6A36D8-F22B-4AE3-B3C3-052190378E0D}" dt="2021-06-01T11:06:55.686" v="1" actId="1076"/>
        <pc:sldMkLst>
          <pc:docMk/>
          <pc:sldMk cId="63884801" sldId="269"/>
        </pc:sldMkLst>
        <pc:picChg chg="mod">
          <ac:chgData name="БОЯН РОСЕНОВ ЦОНЕВ СИТ 4" userId="S::s18621742@onlineedu.tu-varna.bg::ff824748-709d-4894-aa61-891af2b50285" providerId="AD" clId="Web-{1E6A36D8-F22B-4AE3-B3C3-052190378E0D}" dt="2021-06-01T11:06:55.686" v="1" actId="1076"/>
          <ac:picMkLst>
            <pc:docMk/>
            <pc:sldMk cId="63884801" sldId="269"/>
            <ac:picMk id="12" creationId="{00000000-0000-0000-0000-000000000000}"/>
          </ac:picMkLst>
        </pc:picChg>
        <pc:picChg chg="mod">
          <ac:chgData name="БОЯН РОСЕНОВ ЦОНЕВ СИТ 4" userId="S::s18621742@onlineedu.tu-varna.bg::ff824748-709d-4894-aa61-891af2b50285" providerId="AD" clId="Web-{1E6A36D8-F22B-4AE3-B3C3-052190378E0D}" dt="2021-06-01T11:06:47.858" v="0" actId="1076"/>
          <ac:picMkLst>
            <pc:docMk/>
            <pc:sldMk cId="63884801" sldId="269"/>
            <ac:picMk id="26" creationId="{00000000-0000-0000-0000-000000000000}"/>
          </ac:picMkLst>
        </pc:picChg>
      </pc:sldChg>
    </pc:docChg>
  </pc:docChgLst>
  <pc:docChgLst>
    <pc:chgData name="ЙОРДАН НИКОЛАЕВ СТАНЧЕВ СИТ 3" userId="S::s18621709@onlineedu.tu-varna.bg::5ab049eb-b26c-4d6f-8996-65c04a5f5360" providerId="AD" clId="Web-{7458A2EC-6574-4CDD-84DA-DE1C969D268B}"/>
    <pc:docChg chg="modSld">
      <pc:chgData name="ЙОРДАН НИКОЛАЕВ СТАНЧЕВ СИТ 3" userId="S::s18621709@onlineedu.tu-varna.bg::5ab049eb-b26c-4d6f-8996-65c04a5f5360" providerId="AD" clId="Web-{7458A2EC-6574-4CDD-84DA-DE1C969D268B}" dt="2021-05-17T07:22:55.956" v="0" actId="1076"/>
      <pc:docMkLst>
        <pc:docMk/>
      </pc:docMkLst>
      <pc:sldChg chg="modSp">
        <pc:chgData name="ЙОРДАН НИКОЛАЕВ СТАНЧЕВ СИТ 3" userId="S::s18621709@onlineedu.tu-varna.bg::5ab049eb-b26c-4d6f-8996-65c04a5f5360" providerId="AD" clId="Web-{7458A2EC-6574-4CDD-84DA-DE1C969D268B}" dt="2021-05-17T07:22:55.956" v="0" actId="1076"/>
        <pc:sldMkLst>
          <pc:docMk/>
          <pc:sldMk cId="2062565695" sldId="267"/>
        </pc:sldMkLst>
        <pc:picChg chg="mod">
          <ac:chgData name="ЙОРДАН НИКОЛАЕВ СТАНЧЕВ СИТ 3" userId="S::s18621709@onlineedu.tu-varna.bg::5ab049eb-b26c-4d6f-8996-65c04a5f5360" providerId="AD" clId="Web-{7458A2EC-6574-4CDD-84DA-DE1C969D268B}" dt="2021-05-17T07:22:55.956" v="0" actId="1076"/>
          <ac:picMkLst>
            <pc:docMk/>
            <pc:sldMk cId="2062565695" sldId="267"/>
            <ac:picMk id="11" creationId="{00000000-0000-0000-0000-000000000000}"/>
          </ac:picMkLst>
        </pc:picChg>
      </pc:sldChg>
    </pc:docChg>
  </pc:docChgLst>
  <pc:docChgLst>
    <pc:chgData name="ЙОРДАН НИКОЛАЕВ СТАНЧЕВ СИТ 3" userId="S::s18621709@onlineedu.tu-varna.bg::5ab049eb-b26c-4d6f-8996-65c04a5f5360" providerId="AD" clId="Web-{B85B9991-8D43-40D4-8BE2-3B68B7C31D29}"/>
    <pc:docChg chg="modSld">
      <pc:chgData name="ЙОРДАН НИКОЛАЕВ СТАНЧЕВ СИТ 3" userId="S::s18621709@onlineedu.tu-varna.bg::5ab049eb-b26c-4d6f-8996-65c04a5f5360" providerId="AD" clId="Web-{B85B9991-8D43-40D4-8BE2-3B68B7C31D29}" dt="2021-05-02T15:25:40.380" v="1" actId="1076"/>
      <pc:docMkLst>
        <pc:docMk/>
      </pc:docMkLst>
      <pc:sldChg chg="modSp">
        <pc:chgData name="ЙОРДАН НИКОЛАЕВ СТАНЧЕВ СИТ 3" userId="S::s18621709@onlineedu.tu-varna.bg::5ab049eb-b26c-4d6f-8996-65c04a5f5360" providerId="AD" clId="Web-{B85B9991-8D43-40D4-8BE2-3B68B7C31D29}" dt="2021-05-02T15:25:40.380" v="1" actId="1076"/>
        <pc:sldMkLst>
          <pc:docMk/>
          <pc:sldMk cId="2464465011" sldId="274"/>
        </pc:sldMkLst>
        <pc:picChg chg="mod">
          <ac:chgData name="ЙОРДАН НИКОЛАЕВ СТАНЧЕВ СИТ 3" userId="S::s18621709@onlineedu.tu-varna.bg::5ab049eb-b26c-4d6f-8996-65c04a5f5360" providerId="AD" clId="Web-{B85B9991-8D43-40D4-8BE2-3B68B7C31D29}" dt="2021-05-02T15:25:40.380" v="1" actId="1076"/>
          <ac:picMkLst>
            <pc:docMk/>
            <pc:sldMk cId="2464465011" sldId="274"/>
            <ac:picMk id="7" creationId="{00000000-0000-0000-0000-000000000000}"/>
          </ac:picMkLst>
        </pc:picChg>
      </pc:sldChg>
    </pc:docChg>
  </pc:docChgLst>
  <pc:docChgLst>
    <pc:chgData name="НИКОЛАЙ СВЕТОСЛАВОВ НИКОЛАЕВ СИТ 2" userId="S::s18621695@onlineedu.tu-varna.bg::112ba366-f729-4c2c-9993-bb22e5ca7780" providerId="AD" clId="Web-{8237FE0B-05A1-430D-863C-2E8132998153}"/>
    <pc:docChg chg="modSld">
      <pc:chgData name="НИКОЛАЙ СВЕТОСЛАВОВ НИКОЛАЕВ СИТ 2" userId="S::s18621695@onlineedu.tu-varna.bg::112ba366-f729-4c2c-9993-bb22e5ca7780" providerId="AD" clId="Web-{8237FE0B-05A1-430D-863C-2E8132998153}" dt="2021-05-09T20:33:21.304" v="6" actId="20577"/>
      <pc:docMkLst>
        <pc:docMk/>
      </pc:docMkLst>
      <pc:sldChg chg="modSp">
        <pc:chgData name="НИКОЛАЙ СВЕТОСЛАВОВ НИКОЛАЕВ СИТ 2" userId="S::s18621695@onlineedu.tu-varna.bg::112ba366-f729-4c2c-9993-bb22e5ca7780" providerId="AD" clId="Web-{8237FE0B-05A1-430D-863C-2E8132998153}" dt="2021-05-09T20:33:21.304" v="6" actId="20577"/>
        <pc:sldMkLst>
          <pc:docMk/>
          <pc:sldMk cId="3409679604" sldId="265"/>
        </pc:sldMkLst>
        <pc:spChg chg="mod">
          <ac:chgData name="НИКОЛАЙ СВЕТОСЛАВОВ НИКОЛАЕВ СИТ 2" userId="S::s18621695@onlineedu.tu-varna.bg::112ba366-f729-4c2c-9993-bb22e5ca7780" providerId="AD" clId="Web-{8237FE0B-05A1-430D-863C-2E8132998153}" dt="2021-05-09T20:33:21.304" v="6" actId="20577"/>
          <ac:spMkLst>
            <pc:docMk/>
            <pc:sldMk cId="3409679604" sldId="265"/>
            <ac:spMk id="3" creationId="{00000000-0000-0000-0000-000000000000}"/>
          </ac:spMkLst>
        </pc:spChg>
      </pc:sldChg>
    </pc:docChg>
  </pc:docChgLst>
  <pc:docChgLst>
    <pc:chgData name="НИКОЛА ПЕТРОВ ДИМОВ СИТ 5" userId="S::s18621777@onlineedu.tu-varna.bg::4c356e03-5924-4d6a-8f2b-8b6160d70553" providerId="AD" clId="Web-{D3FC85F4-A88D-41EB-B137-73FC4A167EB8}"/>
    <pc:docChg chg="modSld">
      <pc:chgData name="НИКОЛА ПЕТРОВ ДИМОВ СИТ 5" userId="S::s18621777@onlineedu.tu-varna.bg::4c356e03-5924-4d6a-8f2b-8b6160d70553" providerId="AD" clId="Web-{D3FC85F4-A88D-41EB-B137-73FC4A167EB8}" dt="2021-05-08T09:54:33.836" v="0" actId="1076"/>
      <pc:docMkLst>
        <pc:docMk/>
      </pc:docMkLst>
      <pc:sldChg chg="modSp">
        <pc:chgData name="НИКОЛА ПЕТРОВ ДИМОВ СИТ 5" userId="S::s18621777@onlineedu.tu-varna.bg::4c356e03-5924-4d6a-8f2b-8b6160d70553" providerId="AD" clId="Web-{D3FC85F4-A88D-41EB-B137-73FC4A167EB8}" dt="2021-05-08T09:54:33.836" v="0" actId="1076"/>
        <pc:sldMkLst>
          <pc:docMk/>
          <pc:sldMk cId="2464465011" sldId="274"/>
        </pc:sldMkLst>
        <pc:picChg chg="mod">
          <ac:chgData name="НИКОЛА ПЕТРОВ ДИМОВ СИТ 5" userId="S::s18621777@onlineedu.tu-varna.bg::4c356e03-5924-4d6a-8f2b-8b6160d70553" providerId="AD" clId="Web-{D3FC85F4-A88D-41EB-B137-73FC4A167EB8}" dt="2021-05-08T09:54:33.836" v="0" actId="1076"/>
          <ac:picMkLst>
            <pc:docMk/>
            <pc:sldMk cId="2464465011" sldId="274"/>
            <ac:picMk id="7" creationId="{00000000-0000-0000-0000-000000000000}"/>
          </ac:picMkLst>
        </pc:picChg>
      </pc:sldChg>
    </pc:docChg>
  </pc:docChgLst>
  <pc:docChgLst>
    <pc:chgData name="ВИКТОРИЯ ПЛАМЕНОВА ДИМИТРОВА СИТ 5" userId="S::s18621774@onlineedu.tu-varna.bg::c37eb4ab-a3d6-454d-a3fc-70981ad92fac" providerId="AD" clId="Web-{ACC7E3AA-E20A-4AB4-BEEF-95B5B2F10CA9}"/>
    <pc:docChg chg="modSld">
      <pc:chgData name="ВИКТОРИЯ ПЛАМЕНОВА ДИМИТРОВА СИТ 5" userId="S::s18621774@onlineedu.tu-varna.bg::c37eb4ab-a3d6-454d-a3fc-70981ad92fac" providerId="AD" clId="Web-{ACC7E3AA-E20A-4AB4-BEEF-95B5B2F10CA9}" dt="2021-06-03T18:07:53.947" v="0"/>
      <pc:docMkLst>
        <pc:docMk/>
      </pc:docMkLst>
      <pc:sldChg chg="modSp">
        <pc:chgData name="ВИКТОРИЯ ПЛАМЕНОВА ДИМИТРОВА СИТ 5" userId="S::s18621774@onlineedu.tu-varna.bg::c37eb4ab-a3d6-454d-a3fc-70981ad92fac" providerId="AD" clId="Web-{ACC7E3AA-E20A-4AB4-BEEF-95B5B2F10CA9}" dt="2021-06-03T18:07:53.947" v="0"/>
        <pc:sldMkLst>
          <pc:docMk/>
          <pc:sldMk cId="1276257471" sldId="261"/>
        </pc:sldMkLst>
        <pc:graphicFrameChg chg="modGraphic">
          <ac:chgData name="ВИКТОРИЯ ПЛАМЕНОВА ДИМИТРОВА СИТ 5" userId="S::s18621774@onlineedu.tu-varna.bg::c37eb4ab-a3d6-454d-a3fc-70981ad92fac" providerId="AD" clId="Web-{ACC7E3AA-E20A-4AB4-BEEF-95B5B2F10CA9}" dt="2021-06-03T18:07:53.947" v="0"/>
          <ac:graphicFrameMkLst>
            <pc:docMk/>
            <pc:sldMk cId="1276257471" sldId="261"/>
            <ac:graphicFrameMk id="4" creationId="{00000000-0000-0000-0000-000000000000}"/>
          </ac:graphicFrameMkLst>
        </pc:graphicFrameChg>
      </pc:sldChg>
    </pc:docChg>
  </pc:docChgLst>
  <pc:docChgLst>
    <pc:chgData name="НИКОЛАЙ СВЕТОСЛАВОВ НИКОЛАЕВ СИТ 2" userId="S::s18621695@onlineedu.tu-varna.bg::112ba366-f729-4c2c-9993-bb22e5ca7780" providerId="AD" clId="Web-{64021459-77C5-443C-8510-9718E67C4AE2}"/>
    <pc:docChg chg="modSld">
      <pc:chgData name="НИКОЛАЙ СВЕТОСЛАВОВ НИКОЛАЕВ СИТ 2" userId="S::s18621695@onlineedu.tu-varna.bg::112ba366-f729-4c2c-9993-bb22e5ca7780" providerId="AD" clId="Web-{64021459-77C5-443C-8510-9718E67C4AE2}" dt="2021-05-28T22:43:04.215" v="3"/>
      <pc:docMkLst>
        <pc:docMk/>
      </pc:docMkLst>
      <pc:sldChg chg="modSp">
        <pc:chgData name="НИКОЛАЙ СВЕТОСЛАВОВ НИКОЛАЕВ СИТ 2" userId="S::s18621695@onlineedu.tu-varna.bg::112ba366-f729-4c2c-9993-bb22e5ca7780" providerId="AD" clId="Web-{64021459-77C5-443C-8510-9718E67C4AE2}" dt="2021-05-28T22:43:04.215" v="3"/>
        <pc:sldMkLst>
          <pc:docMk/>
          <pc:sldMk cId="1276257471" sldId="261"/>
        </pc:sldMkLst>
        <pc:graphicFrameChg chg="mod modGraphic">
          <ac:chgData name="НИКОЛАЙ СВЕТОСЛАВОВ НИКОЛАЕВ СИТ 2" userId="S::s18621695@onlineedu.tu-varna.bg::112ba366-f729-4c2c-9993-bb22e5ca7780" providerId="AD" clId="Web-{64021459-77C5-443C-8510-9718E67C4AE2}" dt="2021-05-28T22:43:04.215" v="3"/>
          <ac:graphicFrameMkLst>
            <pc:docMk/>
            <pc:sldMk cId="1276257471" sldId="261"/>
            <ac:graphicFrameMk id="4" creationId="{00000000-0000-0000-0000-000000000000}"/>
          </ac:graphicFrameMkLst>
        </pc:graphicFrameChg>
      </pc:sldChg>
    </pc:docChg>
  </pc:docChgLst>
  <pc:docChgLst>
    <pc:chgData name="БОЯН РОСЕНОВ ЦОНЕВ СИТ 4" userId="S::s18621742@onlineedu.tu-varna.bg::ff824748-709d-4894-aa61-891af2b50285" providerId="AD" clId="Web-{4524A1CD-C554-44FA-BA38-B7F161D76A1E}"/>
    <pc:docChg chg="modSld">
      <pc:chgData name="БОЯН РОСЕНОВ ЦОНЕВ СИТ 4" userId="S::s18621742@onlineedu.tu-varna.bg::ff824748-709d-4894-aa61-891af2b50285" providerId="AD" clId="Web-{4524A1CD-C554-44FA-BA38-B7F161D76A1E}" dt="2021-06-01T11:09:20.359" v="0" actId="1076"/>
      <pc:docMkLst>
        <pc:docMk/>
      </pc:docMkLst>
      <pc:sldChg chg="modSp">
        <pc:chgData name="БОЯН РОСЕНОВ ЦОНЕВ СИТ 4" userId="S::s18621742@onlineedu.tu-varna.bg::ff824748-709d-4894-aa61-891af2b50285" providerId="AD" clId="Web-{4524A1CD-C554-44FA-BA38-B7F161D76A1E}" dt="2021-06-01T11:09:20.359" v="0" actId="1076"/>
        <pc:sldMkLst>
          <pc:docMk/>
          <pc:sldMk cId="63884801" sldId="269"/>
        </pc:sldMkLst>
        <pc:picChg chg="mod">
          <ac:chgData name="БОЯН РОСЕНОВ ЦОНЕВ СИТ 4" userId="S::s18621742@onlineedu.tu-varna.bg::ff824748-709d-4894-aa61-891af2b50285" providerId="AD" clId="Web-{4524A1CD-C554-44FA-BA38-B7F161D76A1E}" dt="2021-06-01T11:09:20.359" v="0" actId="1076"/>
          <ac:picMkLst>
            <pc:docMk/>
            <pc:sldMk cId="63884801" sldId="269"/>
            <ac:picMk id="12" creationId="{00000000-0000-0000-0000-000000000000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667733873812472"/>
          <c:y val="0.10326311441553077"/>
          <c:w val="0.78852134513937466"/>
          <c:h val="0.65885281997742851"/>
        </c:manualLayout>
      </c:layout>
      <c:barChart>
        <c:barDir val="col"/>
        <c:grouping val="stacked"/>
        <c:varyColors val="0"/>
        <c:ser>
          <c:idx val="0"/>
          <c:order val="0"/>
          <c:tx>
            <c:v>Actual Cost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Lit>
              <c:ptCount val="6"/>
              <c:pt idx="0">
                <c:v>Начало на проекта</c:v>
              </c:pt>
              <c:pt idx="1">
                <c:v>Анализ на изискванията</c:v>
              </c:pt>
              <c:pt idx="2">
                <c:v>Планиране</c:v>
              </c:pt>
              <c:pt idx="3">
                <c:v>Разработка</c:v>
              </c:pt>
              <c:pt idx="4">
                <c:v>Цялостно тестване</c:v>
              </c:pt>
              <c:pt idx="5">
                <c:v>Документиране</c:v>
              </c:pt>
            </c:strLit>
          </c:cat>
          <c:val>
            <c:numLit>
              <c:formatCode>\$#,##0.00</c:formatCode>
              <c:ptCount val="6"/>
              <c:pt idx="0">
                <c:v>0</c:v>
              </c:pt>
              <c:pt idx="1">
                <c:v>162.00000000000003</c:v>
              </c:pt>
              <c:pt idx="2">
                <c:v>410</c:v>
              </c:pt>
              <c:pt idx="3">
                <c:v>108</c:v>
              </c:pt>
              <c:pt idx="4">
                <c:v>0</c:v>
              </c:pt>
              <c:pt idx="5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795C-4289-89F5-8708E790BA31}"/>
            </c:ext>
          </c:extLst>
        </c:ser>
        <c:ser>
          <c:idx val="1"/>
          <c:order val="1"/>
          <c:tx>
            <c:v>Remaining Cost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Lit>
              <c:ptCount val="6"/>
              <c:pt idx="0">
                <c:v>Начало на проекта</c:v>
              </c:pt>
              <c:pt idx="1">
                <c:v>Анализ на изискванията</c:v>
              </c:pt>
              <c:pt idx="2">
                <c:v>Планиране</c:v>
              </c:pt>
              <c:pt idx="3">
                <c:v>Разработка</c:v>
              </c:pt>
              <c:pt idx="4">
                <c:v>Цялостно тестване</c:v>
              </c:pt>
              <c:pt idx="5">
                <c:v>Документиране</c:v>
              </c:pt>
            </c:strLit>
          </c:cat>
          <c:val>
            <c:numLit>
              <c:formatCode>\$#,##0.00</c:formatCode>
              <c:ptCount val="6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462</c:v>
              </c:pt>
              <c:pt idx="4">
                <c:v>83</c:v>
              </c:pt>
              <c:pt idx="5">
                <c:v>250</c:v>
              </c:pt>
            </c:numLit>
          </c:val>
          <c:extLst>
            <c:ext xmlns:c16="http://schemas.microsoft.com/office/drawing/2014/chart" uri="{C3380CC4-5D6E-409C-BE32-E72D297353CC}">
              <c16:uniqueId val="{00000001-795C-4289-89F5-8708E790BA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9"/>
        <c:overlap val="100"/>
        <c:axId val="-532172272"/>
        <c:axId val="-532171728"/>
      </c:barChart>
      <c:lineChart>
        <c:grouping val="standard"/>
        <c:varyColors val="0"/>
        <c:ser>
          <c:idx val="2"/>
          <c:order val="2"/>
          <c:tx>
            <c:v>Baseline Cost</c:v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Lit>
              <c:ptCount val="6"/>
              <c:pt idx="0">
                <c:v>Начало на проекта</c:v>
              </c:pt>
              <c:pt idx="1">
                <c:v>Анализ на изискванията</c:v>
              </c:pt>
              <c:pt idx="2">
                <c:v>Планиране</c:v>
              </c:pt>
              <c:pt idx="3">
                <c:v>Разработка</c:v>
              </c:pt>
              <c:pt idx="4">
                <c:v>Цялостно тестване</c:v>
              </c:pt>
              <c:pt idx="5">
                <c:v>Документиране</c:v>
              </c:pt>
            </c:strLit>
          </c:cat>
          <c:val>
            <c:numLit>
              <c:formatCode>\$#,##0.00</c:formatCode>
              <c:ptCount val="6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2-795C-4289-89F5-8708E790BA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532172272"/>
        <c:axId val="-532171728"/>
      </c:lineChart>
      <c:catAx>
        <c:axId val="-5321722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bg-BG" sz="1200" b="0" i="0" u="none" strike="noStrike" kern="12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532171728"/>
        <c:crosses val="autoZero"/>
        <c:auto val="1"/>
        <c:lblAlgn val="ctr"/>
        <c:lblOffset val="100"/>
        <c:noMultiLvlLbl val="0"/>
      </c:catAx>
      <c:valAx>
        <c:axId val="-5321717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\$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532172272"/>
        <c:crosses val="autoZero"/>
        <c:crossBetween val="between"/>
      </c:valAx>
      <c:spPr>
        <a:noFill/>
        <a:ln>
          <a:noFill/>
        </a:ln>
        <a:effectLst/>
      </c:spPr>
      <c:extLst/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v>Cost</c:v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C73-47B9-BC8F-27761A8BB0D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C73-47B9-BC8F-27761A8BB0D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C73-47B9-BC8F-27761A8BB0D7}"/>
              </c:ext>
            </c:extLst>
          </c:dPt>
          <c:dLbls>
            <c:dLbl>
              <c:idx val="1"/>
              <c:layout>
                <c:manualLayout>
                  <c:x val="0.12549248096671431"/>
                  <c:y val="0.10007276016032889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C73-47B9-BC8F-27761A8BB0D7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C73-47B9-BC8F-27761A8BB0D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Lit>
              <c:ptCount val="3"/>
              <c:pt idx="0">
                <c:v>Type: Work</c:v>
              </c:pt>
              <c:pt idx="1">
                <c:v>Type: Material</c:v>
              </c:pt>
              <c:pt idx="2">
                <c:v>Type: Cost</c:v>
              </c:pt>
            </c:strLit>
          </c:cat>
          <c:val>
            <c:numLit>
              <c:formatCode>\$#,##0.00</c:formatCode>
              <c:ptCount val="3"/>
              <c:pt idx="0">
                <c:v>1440</c:v>
              </c:pt>
              <c:pt idx="1">
                <c:v>35</c:v>
              </c:pt>
              <c:pt idx="2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6-0C73-47B9-BC8F-27761A8BB0D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  <c:extLst/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v>Actual Work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Lit>
              <c:ptCount val="3"/>
              <c:pt idx="0">
                <c:v>Даниела</c:v>
              </c:pt>
              <c:pt idx="1">
                <c:v>Христо</c:v>
              </c:pt>
              <c:pt idx="2">
                <c:v>Жени</c:v>
              </c:pt>
            </c:strLit>
          </c:cat>
          <c:val>
            <c:numLit>
              <c:formatCode>#,##0_ "hrs"</c:formatCode>
              <c:ptCount val="3"/>
              <c:pt idx="0">
                <c:v>34.4</c:v>
              </c:pt>
              <c:pt idx="1">
                <c:v>16</c:v>
              </c:pt>
              <c:pt idx="2">
                <c:v>16</c:v>
              </c:pt>
            </c:numLit>
          </c:val>
          <c:extLst>
            <c:ext xmlns:c16="http://schemas.microsoft.com/office/drawing/2014/chart" uri="{C3380CC4-5D6E-409C-BE32-E72D297353CC}">
              <c16:uniqueId val="{00000000-7404-446D-9D35-72B84C2598BF}"/>
            </c:ext>
          </c:extLst>
        </c:ser>
        <c:ser>
          <c:idx val="1"/>
          <c:order val="1"/>
          <c:tx>
            <c:v>Remaining Work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Lit>
              <c:ptCount val="3"/>
              <c:pt idx="0">
                <c:v>Даниела</c:v>
              </c:pt>
              <c:pt idx="1">
                <c:v>Христо</c:v>
              </c:pt>
              <c:pt idx="2">
                <c:v>Жени</c:v>
              </c:pt>
            </c:strLit>
          </c:cat>
          <c:val>
            <c:numLit>
              <c:formatCode>#,##0_ "hrs"</c:formatCode>
              <c:ptCount val="3"/>
              <c:pt idx="0">
                <c:v>21.6</c:v>
              </c:pt>
              <c:pt idx="1">
                <c:v>32</c:v>
              </c:pt>
              <c:pt idx="2">
                <c:v>24</c:v>
              </c:pt>
            </c:numLit>
          </c:val>
          <c:extLst>
            <c:ext xmlns:c16="http://schemas.microsoft.com/office/drawing/2014/chart" uri="{C3380CC4-5D6E-409C-BE32-E72D297353CC}">
              <c16:uniqueId val="{00000001-7404-446D-9D35-72B84C2598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-365704752"/>
        <c:axId val="-365711280"/>
      </c:barChart>
      <c:lineChart>
        <c:grouping val="standard"/>
        <c:varyColors val="0"/>
        <c:ser>
          <c:idx val="2"/>
          <c:order val="2"/>
          <c:tx>
            <c:v>Baseline Work</c:v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Lit>
              <c:ptCount val="3"/>
              <c:pt idx="0">
                <c:v>Даниела</c:v>
              </c:pt>
              <c:pt idx="1">
                <c:v>Христо</c:v>
              </c:pt>
              <c:pt idx="2">
                <c:v>Жени</c:v>
              </c:pt>
            </c:strLit>
          </c:cat>
          <c:val>
            <c:numLit>
              <c:formatCode>#,##0_ "hrs"</c:formatCode>
              <c:ptCount val="3"/>
              <c:pt idx="0">
                <c:v>0</c:v>
              </c:pt>
              <c:pt idx="1">
                <c:v>0</c:v>
              </c:pt>
              <c:pt idx="2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2-7404-446D-9D35-72B84C2598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365704752"/>
        <c:axId val="-365711280"/>
      </c:lineChart>
      <c:catAx>
        <c:axId val="-3657047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365711280"/>
        <c:crosses val="autoZero"/>
        <c:auto val="1"/>
        <c:lblAlgn val="ctr"/>
        <c:lblOffset val="100"/>
        <c:noMultiLvlLbl val="0"/>
      </c:catAx>
      <c:valAx>
        <c:axId val="-3657112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&quot;hrs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365704752"/>
        <c:crosses val="autoZero"/>
        <c:crossBetween val="between"/>
      </c:valAx>
      <c:spPr>
        <a:noFill/>
        <a:ln>
          <a:noFill/>
        </a:ln>
        <a:effectLst/>
      </c:spPr>
      <c:extLst/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Cost Variance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Lit>
              <c:ptCount val="7"/>
              <c:pt idx="0">
                <c:v>Даниела</c:v>
              </c:pt>
              <c:pt idx="1">
                <c:v>Христо</c:v>
              </c:pt>
              <c:pt idx="2">
                <c:v>Жени</c:v>
              </c:pt>
              <c:pt idx="3">
                <c:v>компютър</c:v>
              </c:pt>
              <c:pt idx="4">
                <c:v>електричество</c:v>
              </c:pt>
              <c:pt idx="5">
                <c:v>консумативи</c:v>
              </c:pt>
              <c:pt idx="6">
                <c:v>интернет</c:v>
              </c:pt>
            </c:strLit>
          </c:cat>
          <c:val>
            <c:numLit>
              <c:formatCode>\$#,##0.00</c:formatCode>
              <c:ptCount val="7"/>
              <c:pt idx="0">
                <c:v>560.00000000000011</c:v>
              </c:pt>
              <c:pt idx="1">
                <c:v>480</c:v>
              </c:pt>
              <c:pt idx="2">
                <c:v>400.00000000000006</c:v>
              </c:pt>
              <c:pt idx="3">
                <c:v>0</c:v>
              </c:pt>
              <c:pt idx="4">
                <c:v>13</c:v>
              </c:pt>
              <c:pt idx="5">
                <c:v>10</c:v>
              </c:pt>
              <c:pt idx="6">
                <c:v>12</c:v>
              </c:pt>
            </c:numLit>
          </c:val>
          <c:extLst>
            <c:ext xmlns:c16="http://schemas.microsoft.com/office/drawing/2014/chart" uri="{C3380CC4-5D6E-409C-BE32-E72D297353CC}">
              <c16:uniqueId val="{00000000-2E53-4E4F-8DE0-9597F729A9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620971328"/>
        <c:axId val="-620974592"/>
      </c:barChart>
      <c:catAx>
        <c:axId val="-620971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620974592"/>
        <c:crosses val="autoZero"/>
        <c:auto val="1"/>
        <c:lblAlgn val="ctr"/>
        <c:lblOffset val="100"/>
        <c:noMultiLvlLbl val="0"/>
      </c:catAx>
      <c:valAx>
        <c:axId val="-6209745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\$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620971328"/>
        <c:crosses val="autoZero"/>
        <c:crossBetween val="between"/>
      </c:valAx>
      <c:spPr>
        <a:noFill/>
        <a:ln>
          <a:noFill/>
        </a:ln>
        <a:effectLst/>
      </c:spPr>
      <c:extLst/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tint val="60000"/>
  </cs:variation>
  <cs:variation>
    <a:shade val="60000"/>
  </cs:variation>
  <cs:variation>
    <a:tint val="80000"/>
  </cs:variation>
  <cs:variation>
    <a:shade val="80000"/>
  </cs:variation>
  <cs:variation>
    <a:tint val="50000"/>
  </cs:variation>
  <cs:variation>
    <a:shade val="50000"/>
  </cs:variation>
  <cs:variation>
    <a:tint val="70000"/>
  </cs:variation>
  <cs:variation>
    <a:shade val="7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50000"/>
            <a:lumOff val="50000"/>
          </a:schemeClr>
        </a:solidFill>
      </a:ln>
    </cs:spPr>
    <cs:defRPr sz="900"/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40" b="0" kern="16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FA7B3A-38A3-4F99-BB30-CA9D2E8BF4CC}" type="doc">
      <dgm:prSet loTypeId="urn:microsoft.com/office/officeart/2005/8/layout/vProcess5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51E3480-4F37-4689-A065-6F7A9E88BD10}">
      <dgm:prSet phldrT="[Text]" custT="1"/>
      <dgm:spPr/>
      <dgm:t>
        <a:bodyPr/>
        <a:lstStyle/>
        <a:p>
          <a:r>
            <a:rPr lang="bg-BG" sz="2400" b="1"/>
            <a:t>Анализ</a:t>
          </a:r>
          <a:endParaRPr lang="en-US" sz="2400" b="1"/>
        </a:p>
      </dgm:t>
    </dgm:pt>
    <dgm:pt modelId="{0E11F848-BECC-4FD8-B578-F2F3FE2C5E1A}" type="parTrans" cxnId="{15758FF1-B72E-4637-94B5-421C9B5A9990}">
      <dgm:prSet/>
      <dgm:spPr/>
      <dgm:t>
        <a:bodyPr/>
        <a:lstStyle/>
        <a:p>
          <a:endParaRPr lang="en-US" sz="6600" b="1"/>
        </a:p>
      </dgm:t>
    </dgm:pt>
    <dgm:pt modelId="{13742598-014F-49F8-B2D2-E693AD9D7B5D}" type="sibTrans" cxnId="{15758FF1-B72E-4637-94B5-421C9B5A9990}">
      <dgm:prSet custT="1"/>
      <dgm:spPr/>
      <dgm:t>
        <a:bodyPr/>
        <a:lstStyle/>
        <a:p>
          <a:endParaRPr lang="en-US" sz="6600" b="1"/>
        </a:p>
      </dgm:t>
    </dgm:pt>
    <dgm:pt modelId="{8FBE75D9-C263-4192-B3B2-79E824052C9E}">
      <dgm:prSet phldrT="[Text]" custT="1"/>
      <dgm:spPr/>
      <dgm:t>
        <a:bodyPr/>
        <a:lstStyle/>
        <a:p>
          <a:r>
            <a:rPr lang="bg-BG" sz="2400" b="1"/>
            <a:t>Планиране</a:t>
          </a:r>
          <a:endParaRPr lang="en-US" sz="2400" b="1"/>
        </a:p>
      </dgm:t>
    </dgm:pt>
    <dgm:pt modelId="{F39F8CA6-E1C1-4A81-9A3E-01CFF1099CF8}" type="parTrans" cxnId="{5F2807E4-E8F7-4F16-8054-D0E385AE3218}">
      <dgm:prSet/>
      <dgm:spPr/>
      <dgm:t>
        <a:bodyPr/>
        <a:lstStyle/>
        <a:p>
          <a:endParaRPr lang="en-US" sz="6600" b="1"/>
        </a:p>
      </dgm:t>
    </dgm:pt>
    <dgm:pt modelId="{19E3FB48-2E2F-474B-A56D-9698CC28CEFF}" type="sibTrans" cxnId="{5F2807E4-E8F7-4F16-8054-D0E385AE3218}">
      <dgm:prSet custT="1"/>
      <dgm:spPr/>
      <dgm:t>
        <a:bodyPr/>
        <a:lstStyle/>
        <a:p>
          <a:endParaRPr lang="en-US" sz="6600" b="1"/>
        </a:p>
      </dgm:t>
    </dgm:pt>
    <dgm:pt modelId="{127E8990-142E-497B-A2AD-8696B84CB035}">
      <dgm:prSet phldrT="[Text]" custT="1"/>
      <dgm:spPr/>
      <dgm:t>
        <a:bodyPr/>
        <a:lstStyle/>
        <a:p>
          <a:r>
            <a:rPr lang="bg-BG" sz="2400" b="1"/>
            <a:t>Разработка</a:t>
          </a:r>
          <a:endParaRPr lang="en-US" sz="2400" b="1"/>
        </a:p>
      </dgm:t>
    </dgm:pt>
    <dgm:pt modelId="{84C37567-7B5C-4A9E-937D-941042D0E9B8}" type="parTrans" cxnId="{BD505C91-E5CC-40F6-A5B8-7BA02F5692BE}">
      <dgm:prSet/>
      <dgm:spPr/>
      <dgm:t>
        <a:bodyPr/>
        <a:lstStyle/>
        <a:p>
          <a:endParaRPr lang="en-US" sz="6600" b="1"/>
        </a:p>
      </dgm:t>
    </dgm:pt>
    <dgm:pt modelId="{B79A6E11-D0B5-4F47-9C8E-357D10DA7E89}" type="sibTrans" cxnId="{BD505C91-E5CC-40F6-A5B8-7BA02F5692BE}">
      <dgm:prSet custT="1"/>
      <dgm:spPr/>
      <dgm:t>
        <a:bodyPr/>
        <a:lstStyle/>
        <a:p>
          <a:endParaRPr lang="en-US" sz="6600" b="1"/>
        </a:p>
      </dgm:t>
    </dgm:pt>
    <dgm:pt modelId="{F6FCBA12-39FD-4D11-940E-7B78AFC39D22}">
      <dgm:prSet phldrT="[Text]" custT="1"/>
      <dgm:spPr/>
      <dgm:t>
        <a:bodyPr/>
        <a:lstStyle/>
        <a:p>
          <a:r>
            <a:rPr lang="bg-BG" sz="2400" b="1"/>
            <a:t>Тестване</a:t>
          </a:r>
          <a:endParaRPr lang="en-US" sz="2400" b="1"/>
        </a:p>
      </dgm:t>
    </dgm:pt>
    <dgm:pt modelId="{8C82D977-2F43-48B4-B9A1-5C3FA4E2CFAF}" type="parTrans" cxnId="{3FECDA46-0033-4991-90BF-71CC56FADD03}">
      <dgm:prSet/>
      <dgm:spPr/>
      <dgm:t>
        <a:bodyPr/>
        <a:lstStyle/>
        <a:p>
          <a:endParaRPr lang="en-US" sz="6600" b="1"/>
        </a:p>
      </dgm:t>
    </dgm:pt>
    <dgm:pt modelId="{66A5FEC3-7BDB-4758-86A3-ADCCA1C5C743}" type="sibTrans" cxnId="{3FECDA46-0033-4991-90BF-71CC56FADD03}">
      <dgm:prSet custT="1"/>
      <dgm:spPr/>
      <dgm:t>
        <a:bodyPr/>
        <a:lstStyle/>
        <a:p>
          <a:endParaRPr lang="en-US" sz="6600" b="1"/>
        </a:p>
      </dgm:t>
    </dgm:pt>
    <dgm:pt modelId="{242C3C88-EAF9-4D45-8BE1-DEA13C2BA9F5}">
      <dgm:prSet phldrT="[Text]" custT="1"/>
      <dgm:spPr/>
      <dgm:t>
        <a:bodyPr/>
        <a:lstStyle/>
        <a:p>
          <a:r>
            <a:rPr lang="bg-BG" sz="2400" b="1"/>
            <a:t>Документиране</a:t>
          </a:r>
          <a:endParaRPr lang="en-US" sz="2400" b="1"/>
        </a:p>
      </dgm:t>
    </dgm:pt>
    <dgm:pt modelId="{4E25F28C-678F-4310-9CF5-61F76BF3EFCF}" type="parTrans" cxnId="{6A5D66D7-AB71-4BF7-AB72-B6A5301E34D6}">
      <dgm:prSet/>
      <dgm:spPr/>
      <dgm:t>
        <a:bodyPr/>
        <a:lstStyle/>
        <a:p>
          <a:endParaRPr lang="en-US" sz="6600" b="1"/>
        </a:p>
      </dgm:t>
    </dgm:pt>
    <dgm:pt modelId="{0C6CE5F0-B4A3-42A1-AE65-06497DA746A4}" type="sibTrans" cxnId="{6A5D66D7-AB71-4BF7-AB72-B6A5301E34D6}">
      <dgm:prSet/>
      <dgm:spPr/>
      <dgm:t>
        <a:bodyPr/>
        <a:lstStyle/>
        <a:p>
          <a:endParaRPr lang="en-US" sz="6600" b="1"/>
        </a:p>
      </dgm:t>
    </dgm:pt>
    <dgm:pt modelId="{FAEBBD20-256B-468E-BB20-9C2441E8D658}" type="pres">
      <dgm:prSet presAssocID="{B2FA7B3A-38A3-4F99-BB30-CA9D2E8BF4CC}" presName="outerComposite" presStyleCnt="0">
        <dgm:presLayoutVars>
          <dgm:chMax val="5"/>
          <dgm:dir/>
          <dgm:resizeHandles val="exact"/>
        </dgm:presLayoutVars>
      </dgm:prSet>
      <dgm:spPr/>
    </dgm:pt>
    <dgm:pt modelId="{94B28C6B-6405-4A78-905F-C2D73F890732}" type="pres">
      <dgm:prSet presAssocID="{B2FA7B3A-38A3-4F99-BB30-CA9D2E8BF4CC}" presName="dummyMaxCanvas" presStyleCnt="0">
        <dgm:presLayoutVars/>
      </dgm:prSet>
      <dgm:spPr/>
    </dgm:pt>
    <dgm:pt modelId="{7690FE43-AD19-49B4-8066-E640391D341B}" type="pres">
      <dgm:prSet presAssocID="{B2FA7B3A-38A3-4F99-BB30-CA9D2E8BF4CC}" presName="FiveNodes_1" presStyleLbl="node1" presStyleIdx="0" presStyleCnt="5">
        <dgm:presLayoutVars>
          <dgm:bulletEnabled val="1"/>
        </dgm:presLayoutVars>
      </dgm:prSet>
      <dgm:spPr/>
    </dgm:pt>
    <dgm:pt modelId="{98B42479-C2F3-4FA9-B687-4D8B1F9DE3B4}" type="pres">
      <dgm:prSet presAssocID="{B2FA7B3A-38A3-4F99-BB30-CA9D2E8BF4CC}" presName="FiveNodes_2" presStyleLbl="node1" presStyleIdx="1" presStyleCnt="5">
        <dgm:presLayoutVars>
          <dgm:bulletEnabled val="1"/>
        </dgm:presLayoutVars>
      </dgm:prSet>
      <dgm:spPr/>
    </dgm:pt>
    <dgm:pt modelId="{C40AA063-3CDB-46FC-B066-43BCF48A863B}" type="pres">
      <dgm:prSet presAssocID="{B2FA7B3A-38A3-4F99-BB30-CA9D2E8BF4CC}" presName="FiveNodes_3" presStyleLbl="node1" presStyleIdx="2" presStyleCnt="5">
        <dgm:presLayoutVars>
          <dgm:bulletEnabled val="1"/>
        </dgm:presLayoutVars>
      </dgm:prSet>
      <dgm:spPr/>
    </dgm:pt>
    <dgm:pt modelId="{E4C363B0-8C2F-4EF4-9453-73028F6FF184}" type="pres">
      <dgm:prSet presAssocID="{B2FA7B3A-38A3-4F99-BB30-CA9D2E8BF4CC}" presName="FiveNodes_4" presStyleLbl="node1" presStyleIdx="3" presStyleCnt="5">
        <dgm:presLayoutVars>
          <dgm:bulletEnabled val="1"/>
        </dgm:presLayoutVars>
      </dgm:prSet>
      <dgm:spPr/>
    </dgm:pt>
    <dgm:pt modelId="{31FFF21A-210F-454C-8D8F-0506440306AB}" type="pres">
      <dgm:prSet presAssocID="{B2FA7B3A-38A3-4F99-BB30-CA9D2E8BF4CC}" presName="FiveNodes_5" presStyleLbl="node1" presStyleIdx="4" presStyleCnt="5" custLinFactNeighborX="2246" custLinFactNeighborY="10466">
        <dgm:presLayoutVars>
          <dgm:bulletEnabled val="1"/>
        </dgm:presLayoutVars>
      </dgm:prSet>
      <dgm:spPr/>
    </dgm:pt>
    <dgm:pt modelId="{9D2C4FDD-A8EF-4DC5-BFA8-6585A7B2B997}" type="pres">
      <dgm:prSet presAssocID="{B2FA7B3A-38A3-4F99-BB30-CA9D2E8BF4CC}" presName="FiveConn_1-2" presStyleLbl="fgAccFollowNode1" presStyleIdx="0" presStyleCnt="4">
        <dgm:presLayoutVars>
          <dgm:bulletEnabled val="1"/>
        </dgm:presLayoutVars>
      </dgm:prSet>
      <dgm:spPr/>
    </dgm:pt>
    <dgm:pt modelId="{75139B3B-D393-440C-BE07-EEFCAD992FC0}" type="pres">
      <dgm:prSet presAssocID="{B2FA7B3A-38A3-4F99-BB30-CA9D2E8BF4CC}" presName="FiveConn_2-3" presStyleLbl="fgAccFollowNode1" presStyleIdx="1" presStyleCnt="4">
        <dgm:presLayoutVars>
          <dgm:bulletEnabled val="1"/>
        </dgm:presLayoutVars>
      </dgm:prSet>
      <dgm:spPr/>
    </dgm:pt>
    <dgm:pt modelId="{630BE22C-C12D-425B-9BD2-1D6EDB885C1A}" type="pres">
      <dgm:prSet presAssocID="{B2FA7B3A-38A3-4F99-BB30-CA9D2E8BF4CC}" presName="FiveConn_3-4" presStyleLbl="fgAccFollowNode1" presStyleIdx="2" presStyleCnt="4">
        <dgm:presLayoutVars>
          <dgm:bulletEnabled val="1"/>
        </dgm:presLayoutVars>
      </dgm:prSet>
      <dgm:spPr/>
    </dgm:pt>
    <dgm:pt modelId="{A852E33F-648A-42A1-A3D9-9340CECC6F59}" type="pres">
      <dgm:prSet presAssocID="{B2FA7B3A-38A3-4F99-BB30-CA9D2E8BF4CC}" presName="FiveConn_4-5" presStyleLbl="fgAccFollowNode1" presStyleIdx="3" presStyleCnt="4">
        <dgm:presLayoutVars>
          <dgm:bulletEnabled val="1"/>
        </dgm:presLayoutVars>
      </dgm:prSet>
      <dgm:spPr/>
    </dgm:pt>
    <dgm:pt modelId="{D3FFC9FA-B165-4C4E-8755-9AE4D8135BAB}" type="pres">
      <dgm:prSet presAssocID="{B2FA7B3A-38A3-4F99-BB30-CA9D2E8BF4CC}" presName="FiveNodes_1_text" presStyleLbl="node1" presStyleIdx="4" presStyleCnt="5">
        <dgm:presLayoutVars>
          <dgm:bulletEnabled val="1"/>
        </dgm:presLayoutVars>
      </dgm:prSet>
      <dgm:spPr/>
    </dgm:pt>
    <dgm:pt modelId="{74B2C5E7-04B7-46A3-8649-F6A266D2EDB4}" type="pres">
      <dgm:prSet presAssocID="{B2FA7B3A-38A3-4F99-BB30-CA9D2E8BF4CC}" presName="FiveNodes_2_text" presStyleLbl="node1" presStyleIdx="4" presStyleCnt="5">
        <dgm:presLayoutVars>
          <dgm:bulletEnabled val="1"/>
        </dgm:presLayoutVars>
      </dgm:prSet>
      <dgm:spPr/>
    </dgm:pt>
    <dgm:pt modelId="{D7423EC1-D916-4652-BDC7-27FAABA3C18A}" type="pres">
      <dgm:prSet presAssocID="{B2FA7B3A-38A3-4F99-BB30-CA9D2E8BF4CC}" presName="FiveNodes_3_text" presStyleLbl="node1" presStyleIdx="4" presStyleCnt="5">
        <dgm:presLayoutVars>
          <dgm:bulletEnabled val="1"/>
        </dgm:presLayoutVars>
      </dgm:prSet>
      <dgm:spPr/>
    </dgm:pt>
    <dgm:pt modelId="{440AC5EA-1209-45A8-A350-E78BD7BA12FC}" type="pres">
      <dgm:prSet presAssocID="{B2FA7B3A-38A3-4F99-BB30-CA9D2E8BF4CC}" presName="FiveNodes_4_text" presStyleLbl="node1" presStyleIdx="4" presStyleCnt="5">
        <dgm:presLayoutVars>
          <dgm:bulletEnabled val="1"/>
        </dgm:presLayoutVars>
      </dgm:prSet>
      <dgm:spPr/>
    </dgm:pt>
    <dgm:pt modelId="{1523FD68-7932-420C-9117-78300377C5F9}" type="pres">
      <dgm:prSet presAssocID="{B2FA7B3A-38A3-4F99-BB30-CA9D2E8BF4CC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D3A90C17-F0EC-4A19-8499-E12E6FAF646E}" type="presOf" srcId="{127E8990-142E-497B-A2AD-8696B84CB035}" destId="{D7423EC1-D916-4652-BDC7-27FAABA3C18A}" srcOrd="1" destOrd="0" presId="urn:microsoft.com/office/officeart/2005/8/layout/vProcess5"/>
    <dgm:cxn modelId="{B400DE32-7265-48E5-982E-521C6CBFAE01}" type="presOf" srcId="{8FBE75D9-C263-4192-B3B2-79E824052C9E}" destId="{98B42479-C2F3-4FA9-B687-4D8B1F9DE3B4}" srcOrd="0" destOrd="0" presId="urn:microsoft.com/office/officeart/2005/8/layout/vProcess5"/>
    <dgm:cxn modelId="{3FECDA46-0033-4991-90BF-71CC56FADD03}" srcId="{B2FA7B3A-38A3-4F99-BB30-CA9D2E8BF4CC}" destId="{F6FCBA12-39FD-4D11-940E-7B78AFC39D22}" srcOrd="3" destOrd="0" parTransId="{8C82D977-2F43-48B4-B9A1-5C3FA4E2CFAF}" sibTransId="{66A5FEC3-7BDB-4758-86A3-ADCCA1C5C743}"/>
    <dgm:cxn modelId="{83F04F6D-5AD8-45BE-B0E9-C659165AF60F}" type="presOf" srcId="{B2FA7B3A-38A3-4F99-BB30-CA9D2E8BF4CC}" destId="{FAEBBD20-256B-468E-BB20-9C2441E8D658}" srcOrd="0" destOrd="0" presId="urn:microsoft.com/office/officeart/2005/8/layout/vProcess5"/>
    <dgm:cxn modelId="{62259C4E-9842-4793-860B-111CBF8E83A8}" type="presOf" srcId="{A51E3480-4F37-4689-A065-6F7A9E88BD10}" destId="{D3FFC9FA-B165-4C4E-8755-9AE4D8135BAB}" srcOrd="1" destOrd="0" presId="urn:microsoft.com/office/officeart/2005/8/layout/vProcess5"/>
    <dgm:cxn modelId="{4E29A84E-1E52-441F-AD0B-3217639CB512}" type="presOf" srcId="{F6FCBA12-39FD-4D11-940E-7B78AFC39D22}" destId="{E4C363B0-8C2F-4EF4-9453-73028F6FF184}" srcOrd="0" destOrd="0" presId="urn:microsoft.com/office/officeart/2005/8/layout/vProcess5"/>
    <dgm:cxn modelId="{917AB679-8E82-4503-9D70-1C9E31C4B2F5}" type="presOf" srcId="{F6FCBA12-39FD-4D11-940E-7B78AFC39D22}" destId="{440AC5EA-1209-45A8-A350-E78BD7BA12FC}" srcOrd="1" destOrd="0" presId="urn:microsoft.com/office/officeart/2005/8/layout/vProcess5"/>
    <dgm:cxn modelId="{BD505C91-E5CC-40F6-A5B8-7BA02F5692BE}" srcId="{B2FA7B3A-38A3-4F99-BB30-CA9D2E8BF4CC}" destId="{127E8990-142E-497B-A2AD-8696B84CB035}" srcOrd="2" destOrd="0" parTransId="{84C37567-7B5C-4A9E-937D-941042D0E9B8}" sibTransId="{B79A6E11-D0B5-4F47-9C8E-357D10DA7E89}"/>
    <dgm:cxn modelId="{2F6C3C93-F68B-4EA7-B8A7-EC75421B21BF}" type="presOf" srcId="{242C3C88-EAF9-4D45-8BE1-DEA13C2BA9F5}" destId="{31FFF21A-210F-454C-8D8F-0506440306AB}" srcOrd="0" destOrd="0" presId="urn:microsoft.com/office/officeart/2005/8/layout/vProcess5"/>
    <dgm:cxn modelId="{5B0C2797-1BFB-41E5-BCDE-5DAAB0A0C4E5}" type="presOf" srcId="{13742598-014F-49F8-B2D2-E693AD9D7B5D}" destId="{9D2C4FDD-A8EF-4DC5-BFA8-6585A7B2B997}" srcOrd="0" destOrd="0" presId="urn:microsoft.com/office/officeart/2005/8/layout/vProcess5"/>
    <dgm:cxn modelId="{511C5ABC-BAAB-47D4-B0AD-BEB08B5EE9BF}" type="presOf" srcId="{242C3C88-EAF9-4D45-8BE1-DEA13C2BA9F5}" destId="{1523FD68-7932-420C-9117-78300377C5F9}" srcOrd="1" destOrd="0" presId="urn:microsoft.com/office/officeart/2005/8/layout/vProcess5"/>
    <dgm:cxn modelId="{AF1A97CF-CC7B-4B14-8E19-0D171D2BEE6E}" type="presOf" srcId="{A51E3480-4F37-4689-A065-6F7A9E88BD10}" destId="{7690FE43-AD19-49B4-8066-E640391D341B}" srcOrd="0" destOrd="0" presId="urn:microsoft.com/office/officeart/2005/8/layout/vProcess5"/>
    <dgm:cxn modelId="{979398D3-56C9-4575-B652-62769B382644}" type="presOf" srcId="{B79A6E11-D0B5-4F47-9C8E-357D10DA7E89}" destId="{630BE22C-C12D-425B-9BD2-1D6EDB885C1A}" srcOrd="0" destOrd="0" presId="urn:microsoft.com/office/officeart/2005/8/layout/vProcess5"/>
    <dgm:cxn modelId="{6A5D66D7-AB71-4BF7-AB72-B6A5301E34D6}" srcId="{B2FA7B3A-38A3-4F99-BB30-CA9D2E8BF4CC}" destId="{242C3C88-EAF9-4D45-8BE1-DEA13C2BA9F5}" srcOrd="4" destOrd="0" parTransId="{4E25F28C-678F-4310-9CF5-61F76BF3EFCF}" sibTransId="{0C6CE5F0-B4A3-42A1-AE65-06497DA746A4}"/>
    <dgm:cxn modelId="{598ABAE3-BAA7-4517-A527-B10EFE98DC06}" type="presOf" srcId="{8FBE75D9-C263-4192-B3B2-79E824052C9E}" destId="{74B2C5E7-04B7-46A3-8649-F6A266D2EDB4}" srcOrd="1" destOrd="0" presId="urn:microsoft.com/office/officeart/2005/8/layout/vProcess5"/>
    <dgm:cxn modelId="{5F2807E4-E8F7-4F16-8054-D0E385AE3218}" srcId="{B2FA7B3A-38A3-4F99-BB30-CA9D2E8BF4CC}" destId="{8FBE75D9-C263-4192-B3B2-79E824052C9E}" srcOrd="1" destOrd="0" parTransId="{F39F8CA6-E1C1-4A81-9A3E-01CFF1099CF8}" sibTransId="{19E3FB48-2E2F-474B-A56D-9698CC28CEFF}"/>
    <dgm:cxn modelId="{D67A6CE6-869A-4B28-B623-CFE63760015E}" type="presOf" srcId="{66A5FEC3-7BDB-4758-86A3-ADCCA1C5C743}" destId="{A852E33F-648A-42A1-A3D9-9340CECC6F59}" srcOrd="0" destOrd="0" presId="urn:microsoft.com/office/officeart/2005/8/layout/vProcess5"/>
    <dgm:cxn modelId="{47B9DEED-E0D3-4F93-A9F6-83856C6A6FA5}" type="presOf" srcId="{127E8990-142E-497B-A2AD-8696B84CB035}" destId="{C40AA063-3CDB-46FC-B066-43BCF48A863B}" srcOrd="0" destOrd="0" presId="urn:microsoft.com/office/officeart/2005/8/layout/vProcess5"/>
    <dgm:cxn modelId="{15758FF1-B72E-4637-94B5-421C9B5A9990}" srcId="{B2FA7B3A-38A3-4F99-BB30-CA9D2E8BF4CC}" destId="{A51E3480-4F37-4689-A065-6F7A9E88BD10}" srcOrd="0" destOrd="0" parTransId="{0E11F848-BECC-4FD8-B578-F2F3FE2C5E1A}" sibTransId="{13742598-014F-49F8-B2D2-E693AD9D7B5D}"/>
    <dgm:cxn modelId="{17E303F5-DE0C-4C41-B25E-204654FB0E53}" type="presOf" srcId="{19E3FB48-2E2F-474B-A56D-9698CC28CEFF}" destId="{75139B3B-D393-440C-BE07-EEFCAD992FC0}" srcOrd="0" destOrd="0" presId="urn:microsoft.com/office/officeart/2005/8/layout/vProcess5"/>
    <dgm:cxn modelId="{F7DCC604-8D70-412A-B585-979FC58F328C}" type="presParOf" srcId="{FAEBBD20-256B-468E-BB20-9C2441E8D658}" destId="{94B28C6B-6405-4A78-905F-C2D73F890732}" srcOrd="0" destOrd="0" presId="urn:microsoft.com/office/officeart/2005/8/layout/vProcess5"/>
    <dgm:cxn modelId="{57E9E36B-F785-45D9-9670-8114C85A7CE1}" type="presParOf" srcId="{FAEBBD20-256B-468E-BB20-9C2441E8D658}" destId="{7690FE43-AD19-49B4-8066-E640391D341B}" srcOrd="1" destOrd="0" presId="urn:microsoft.com/office/officeart/2005/8/layout/vProcess5"/>
    <dgm:cxn modelId="{92B2591A-0145-4D30-932D-F2E61C119954}" type="presParOf" srcId="{FAEBBD20-256B-468E-BB20-9C2441E8D658}" destId="{98B42479-C2F3-4FA9-B687-4D8B1F9DE3B4}" srcOrd="2" destOrd="0" presId="urn:microsoft.com/office/officeart/2005/8/layout/vProcess5"/>
    <dgm:cxn modelId="{FC131DDE-E171-4C37-89CE-154EB1DE4AC6}" type="presParOf" srcId="{FAEBBD20-256B-468E-BB20-9C2441E8D658}" destId="{C40AA063-3CDB-46FC-B066-43BCF48A863B}" srcOrd="3" destOrd="0" presId="urn:microsoft.com/office/officeart/2005/8/layout/vProcess5"/>
    <dgm:cxn modelId="{F8C0D0EE-454E-4B99-9F9C-0B2D8E2BD2A4}" type="presParOf" srcId="{FAEBBD20-256B-468E-BB20-9C2441E8D658}" destId="{E4C363B0-8C2F-4EF4-9453-73028F6FF184}" srcOrd="4" destOrd="0" presId="urn:microsoft.com/office/officeart/2005/8/layout/vProcess5"/>
    <dgm:cxn modelId="{095ACB29-2548-4748-BF92-D593C3CA28F9}" type="presParOf" srcId="{FAEBBD20-256B-468E-BB20-9C2441E8D658}" destId="{31FFF21A-210F-454C-8D8F-0506440306AB}" srcOrd="5" destOrd="0" presId="urn:microsoft.com/office/officeart/2005/8/layout/vProcess5"/>
    <dgm:cxn modelId="{05BE11A6-053D-460E-A68A-952168BCBD38}" type="presParOf" srcId="{FAEBBD20-256B-468E-BB20-9C2441E8D658}" destId="{9D2C4FDD-A8EF-4DC5-BFA8-6585A7B2B997}" srcOrd="6" destOrd="0" presId="urn:microsoft.com/office/officeart/2005/8/layout/vProcess5"/>
    <dgm:cxn modelId="{A4D9BD44-CE9B-478E-84B3-A5DD368B2971}" type="presParOf" srcId="{FAEBBD20-256B-468E-BB20-9C2441E8D658}" destId="{75139B3B-D393-440C-BE07-EEFCAD992FC0}" srcOrd="7" destOrd="0" presId="urn:microsoft.com/office/officeart/2005/8/layout/vProcess5"/>
    <dgm:cxn modelId="{9FDD66B8-75A9-4AC6-96D6-05E0D1485E41}" type="presParOf" srcId="{FAEBBD20-256B-468E-BB20-9C2441E8D658}" destId="{630BE22C-C12D-425B-9BD2-1D6EDB885C1A}" srcOrd="8" destOrd="0" presId="urn:microsoft.com/office/officeart/2005/8/layout/vProcess5"/>
    <dgm:cxn modelId="{008BE239-5E33-4E6D-99B5-291EA3FBBCA5}" type="presParOf" srcId="{FAEBBD20-256B-468E-BB20-9C2441E8D658}" destId="{A852E33F-648A-42A1-A3D9-9340CECC6F59}" srcOrd="9" destOrd="0" presId="urn:microsoft.com/office/officeart/2005/8/layout/vProcess5"/>
    <dgm:cxn modelId="{EEA0AACC-80C5-43FD-A7E5-8A058195FEE9}" type="presParOf" srcId="{FAEBBD20-256B-468E-BB20-9C2441E8D658}" destId="{D3FFC9FA-B165-4C4E-8755-9AE4D8135BAB}" srcOrd="10" destOrd="0" presId="urn:microsoft.com/office/officeart/2005/8/layout/vProcess5"/>
    <dgm:cxn modelId="{97CA3974-EBEA-49CA-A602-4EEA3686CF70}" type="presParOf" srcId="{FAEBBD20-256B-468E-BB20-9C2441E8D658}" destId="{74B2C5E7-04B7-46A3-8649-F6A266D2EDB4}" srcOrd="11" destOrd="0" presId="urn:microsoft.com/office/officeart/2005/8/layout/vProcess5"/>
    <dgm:cxn modelId="{A8F5D01B-1735-448E-8302-0C442BE3DC06}" type="presParOf" srcId="{FAEBBD20-256B-468E-BB20-9C2441E8D658}" destId="{D7423EC1-D916-4652-BDC7-27FAABA3C18A}" srcOrd="12" destOrd="0" presId="urn:microsoft.com/office/officeart/2005/8/layout/vProcess5"/>
    <dgm:cxn modelId="{7FB24CBF-6518-4725-9F5A-7696CDFA7095}" type="presParOf" srcId="{FAEBBD20-256B-468E-BB20-9C2441E8D658}" destId="{440AC5EA-1209-45A8-A350-E78BD7BA12FC}" srcOrd="13" destOrd="0" presId="urn:microsoft.com/office/officeart/2005/8/layout/vProcess5"/>
    <dgm:cxn modelId="{D9EBE2D4-6D0C-49C8-8D76-2B42986206A6}" type="presParOf" srcId="{FAEBBD20-256B-468E-BB20-9C2441E8D658}" destId="{1523FD68-7932-420C-9117-78300377C5F9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90FE43-AD19-49B4-8066-E640391D341B}">
      <dsp:nvSpPr>
        <dsp:cNvPr id="0" name=""/>
        <dsp:cNvSpPr/>
      </dsp:nvSpPr>
      <dsp:spPr>
        <a:xfrm>
          <a:off x="0" y="0"/>
          <a:ext cx="4664583" cy="728091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1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63500" dist="25400" dir="13500000">
            <a:srgbClr val="000000">
              <a:alpha val="7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2400" b="1" kern="1200"/>
            <a:t>Анализ</a:t>
          </a:r>
          <a:endParaRPr lang="en-US" sz="2400" b="1" kern="1200"/>
        </a:p>
      </dsp:txBody>
      <dsp:txXfrm>
        <a:off x="21325" y="21325"/>
        <a:ext cx="3793729" cy="685441"/>
      </dsp:txXfrm>
    </dsp:sp>
    <dsp:sp modelId="{98B42479-C2F3-4FA9-B687-4D8B1F9DE3B4}">
      <dsp:nvSpPr>
        <dsp:cNvPr id="0" name=""/>
        <dsp:cNvSpPr/>
      </dsp:nvSpPr>
      <dsp:spPr>
        <a:xfrm>
          <a:off x="348329" y="829214"/>
          <a:ext cx="4664583" cy="728091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1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63500" dist="25400" dir="13500000">
            <a:srgbClr val="000000">
              <a:alpha val="7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2400" b="1" kern="1200"/>
            <a:t>Планиране</a:t>
          </a:r>
          <a:endParaRPr lang="en-US" sz="2400" b="1" kern="1200"/>
        </a:p>
      </dsp:txBody>
      <dsp:txXfrm>
        <a:off x="369654" y="850539"/>
        <a:ext cx="3800344" cy="685441"/>
      </dsp:txXfrm>
    </dsp:sp>
    <dsp:sp modelId="{C40AA063-3CDB-46FC-B066-43BCF48A863B}">
      <dsp:nvSpPr>
        <dsp:cNvPr id="0" name=""/>
        <dsp:cNvSpPr/>
      </dsp:nvSpPr>
      <dsp:spPr>
        <a:xfrm>
          <a:off x="696658" y="1658429"/>
          <a:ext cx="4664583" cy="728091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1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63500" dist="25400" dir="13500000">
            <a:srgbClr val="000000">
              <a:alpha val="7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2400" b="1" kern="1200"/>
            <a:t>Разработка</a:t>
          </a:r>
          <a:endParaRPr lang="en-US" sz="2400" b="1" kern="1200"/>
        </a:p>
      </dsp:txBody>
      <dsp:txXfrm>
        <a:off x="717983" y="1679754"/>
        <a:ext cx="3800344" cy="685441"/>
      </dsp:txXfrm>
    </dsp:sp>
    <dsp:sp modelId="{E4C363B0-8C2F-4EF4-9453-73028F6FF184}">
      <dsp:nvSpPr>
        <dsp:cNvPr id="0" name=""/>
        <dsp:cNvSpPr/>
      </dsp:nvSpPr>
      <dsp:spPr>
        <a:xfrm>
          <a:off x="1044987" y="2487644"/>
          <a:ext cx="4664583" cy="728091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1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63500" dist="25400" dir="13500000">
            <a:srgbClr val="000000">
              <a:alpha val="7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2400" b="1" kern="1200"/>
            <a:t>Тестване</a:t>
          </a:r>
          <a:endParaRPr lang="en-US" sz="2400" b="1" kern="1200"/>
        </a:p>
      </dsp:txBody>
      <dsp:txXfrm>
        <a:off x="1066312" y="2508969"/>
        <a:ext cx="3800344" cy="685441"/>
      </dsp:txXfrm>
    </dsp:sp>
    <dsp:sp modelId="{31FFF21A-210F-454C-8D8F-0506440306AB}">
      <dsp:nvSpPr>
        <dsp:cNvPr id="0" name=""/>
        <dsp:cNvSpPr/>
      </dsp:nvSpPr>
      <dsp:spPr>
        <a:xfrm>
          <a:off x="1393316" y="3316858"/>
          <a:ext cx="4664583" cy="728091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1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63500" dist="25400" dir="13500000">
            <a:srgbClr val="000000">
              <a:alpha val="7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2400" b="1" kern="1200"/>
            <a:t>Документиране</a:t>
          </a:r>
          <a:endParaRPr lang="en-US" sz="2400" b="1" kern="1200"/>
        </a:p>
      </dsp:txBody>
      <dsp:txXfrm>
        <a:off x="1414641" y="3338183"/>
        <a:ext cx="3800344" cy="685441"/>
      </dsp:txXfrm>
    </dsp:sp>
    <dsp:sp modelId="{9D2C4FDD-A8EF-4DC5-BFA8-6585A7B2B997}">
      <dsp:nvSpPr>
        <dsp:cNvPr id="0" name=""/>
        <dsp:cNvSpPr/>
      </dsp:nvSpPr>
      <dsp:spPr>
        <a:xfrm>
          <a:off x="4191323" y="531910"/>
          <a:ext cx="473259" cy="47325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600" b="1" kern="1200"/>
        </a:p>
      </dsp:txBody>
      <dsp:txXfrm>
        <a:off x="4297806" y="531910"/>
        <a:ext cx="260293" cy="356127"/>
      </dsp:txXfrm>
    </dsp:sp>
    <dsp:sp modelId="{75139B3B-D393-440C-BE07-EEFCAD992FC0}">
      <dsp:nvSpPr>
        <dsp:cNvPr id="0" name=""/>
        <dsp:cNvSpPr/>
      </dsp:nvSpPr>
      <dsp:spPr>
        <a:xfrm>
          <a:off x="4539653" y="1361125"/>
          <a:ext cx="473259" cy="47325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600" b="1" kern="1200"/>
        </a:p>
      </dsp:txBody>
      <dsp:txXfrm>
        <a:off x="4646136" y="1361125"/>
        <a:ext cx="260293" cy="356127"/>
      </dsp:txXfrm>
    </dsp:sp>
    <dsp:sp modelId="{630BE22C-C12D-425B-9BD2-1D6EDB885C1A}">
      <dsp:nvSpPr>
        <dsp:cNvPr id="0" name=""/>
        <dsp:cNvSpPr/>
      </dsp:nvSpPr>
      <dsp:spPr>
        <a:xfrm>
          <a:off x="4887982" y="2178205"/>
          <a:ext cx="473259" cy="47325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600" b="1" kern="1200"/>
        </a:p>
      </dsp:txBody>
      <dsp:txXfrm>
        <a:off x="4994465" y="2178205"/>
        <a:ext cx="260293" cy="356127"/>
      </dsp:txXfrm>
    </dsp:sp>
    <dsp:sp modelId="{A852E33F-648A-42A1-A3D9-9340CECC6F59}">
      <dsp:nvSpPr>
        <dsp:cNvPr id="0" name=""/>
        <dsp:cNvSpPr/>
      </dsp:nvSpPr>
      <dsp:spPr>
        <a:xfrm>
          <a:off x="5236311" y="3015510"/>
          <a:ext cx="473259" cy="47325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600" b="1" kern="1200"/>
        </a:p>
      </dsp:txBody>
      <dsp:txXfrm>
        <a:off x="5342794" y="3015510"/>
        <a:ext cx="260293" cy="3561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EE7A33-DF57-44E7-8E04-EF03A006CC6D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6B0565-9578-4CA4-BE21-86E1E5890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985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/>
              <a:t>Дани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B0565-9578-4CA4-BE21-86E1E589094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8082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/>
              <a:t>Дани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B0565-9578-4CA4-BE21-86E1E589094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3649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/>
              <a:t>Жени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B0565-9578-4CA4-BE21-86E1E589094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112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/>
              <a:t>Жени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B0565-9578-4CA4-BE21-86E1E589094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5915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/>
              <a:t>Жени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B0565-9578-4CA4-BE21-86E1E589094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1185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/>
              <a:t>Жени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B0565-9578-4CA4-BE21-86E1E589094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2244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Христо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B0565-9578-4CA4-BE21-86E1E589094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4891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Христо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B0565-9578-4CA4-BE21-86E1E589094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5104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Христо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B0565-9578-4CA4-BE21-86E1E589094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8909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/>
              <a:t>Дани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B0565-9578-4CA4-BE21-86E1E589094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7954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/>
              <a:t>Христо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B0565-9578-4CA4-BE21-86E1E589094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1927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/>
              <a:t>Христо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B0565-9578-4CA4-BE21-86E1E589094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4057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/>
              <a:t>Дани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B0565-9578-4CA4-BE21-86E1E589094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421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/>
              <a:t>Жени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B0565-9578-4CA4-BE21-86E1E589094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2801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/>
              <a:t>Жени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B0565-9578-4CA4-BE21-86E1E589094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4361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/>
              <a:t>Жени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B0565-9578-4CA4-BE21-86E1E589094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3084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/>
              <a:t>Жени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B0565-9578-4CA4-BE21-86E1E589094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4120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/>
              <a:t>Дани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B0565-9578-4CA4-BE21-86E1E589094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2633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/>
              <a:t>Дани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B0565-9578-4CA4-BE21-86E1E589094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8920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/>
              <a:t>Христо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B0565-9578-4CA4-BE21-86E1E589094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1493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/>
              <a:t>Дани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B0565-9578-4CA4-BE21-86E1E589094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181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0D9E8-3D39-44A1-A09E-FCFB2E463835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22AE-448E-41C0-BBA2-F87530443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400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0D9E8-3D39-44A1-A09E-FCFB2E463835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22AE-448E-41C0-BBA2-F87530443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498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0D9E8-3D39-44A1-A09E-FCFB2E463835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22AE-448E-41C0-BBA2-F87530443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48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0D9E8-3D39-44A1-A09E-FCFB2E463835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22AE-448E-41C0-BBA2-F87530443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962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0D9E8-3D39-44A1-A09E-FCFB2E463835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22AE-448E-41C0-BBA2-F87530443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020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0D9E8-3D39-44A1-A09E-FCFB2E463835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22AE-448E-41C0-BBA2-F87530443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516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0D9E8-3D39-44A1-A09E-FCFB2E463835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22AE-448E-41C0-BBA2-F87530443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928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0D9E8-3D39-44A1-A09E-FCFB2E463835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22AE-448E-41C0-BBA2-F87530443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148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01B0D9E8-3D39-44A1-A09E-FCFB2E463835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91B122AE-448E-41C0-BBA2-F87530443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912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0D9E8-3D39-44A1-A09E-FCFB2E463835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22AE-448E-41C0-BBA2-F87530443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96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0D9E8-3D39-44A1-A09E-FCFB2E463835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22AE-448E-41C0-BBA2-F87530443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91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0D9E8-3D39-44A1-A09E-FCFB2E463835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22AE-448E-41C0-BBA2-F87530443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6061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0D9E8-3D39-44A1-A09E-FCFB2E463835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22AE-448E-41C0-BBA2-F87530443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5547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0D9E8-3D39-44A1-A09E-FCFB2E463835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22AE-448E-41C0-BBA2-F87530443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270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1B0D9E8-3D39-44A1-A09E-FCFB2E463835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91B122AE-448E-41C0-BBA2-F87530443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4889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microsoft.com/office/2007/relationships/hdphoto" Target="../media/hdphoto2.wdp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4.png"/><Relationship Id="rId5" Type="http://schemas.openxmlformats.org/officeDocument/2006/relationships/image" Target="../media/image10.png"/><Relationship Id="rId10" Type="http://schemas.openxmlformats.org/officeDocument/2006/relationships/image" Target="../media/image6.png"/><Relationship Id="rId4" Type="http://schemas.openxmlformats.org/officeDocument/2006/relationships/image" Target="../media/image9.png"/><Relationship Id="rId9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microsoft.com/office/2007/relationships/hdphoto" Target="../media/hdphoto4.wdp"/><Relationship Id="rId5" Type="http://schemas.openxmlformats.org/officeDocument/2006/relationships/image" Target="../media/image21.png"/><Relationship Id="rId4" Type="http://schemas.microsoft.com/office/2007/relationships/hdphoto" Target="../media/hdphoto3.wdp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/>
              <a:t>Система за резервиране в кино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bg-BG"/>
              <a:t>Изработили: Даниела Иванова, Христо Фотакиев, Жени Минчева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052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Описание на проекта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/>
              <a:t>Разработената система служи за съхраняване на данни свързани с прожекции на филми. Данните включват часове на прожекции на дадени филми и запазените за прожекция места в кино салона.</a:t>
            </a:r>
          </a:p>
          <a:p>
            <a:r>
              <a:rPr lang="bg-BG"/>
              <a:t>Функционалности на приложението:</a:t>
            </a:r>
          </a:p>
          <a:p>
            <a:pPr lvl="1"/>
            <a:r>
              <a:rPr lang="bg-BG"/>
              <a:t>Създаване и влизане в профил</a:t>
            </a:r>
          </a:p>
          <a:p>
            <a:pPr lvl="1"/>
            <a:r>
              <a:rPr lang="bg-BG"/>
              <a:t>Закупуване на билет</a:t>
            </a:r>
          </a:p>
          <a:p>
            <a:pPr lvl="1"/>
            <a:r>
              <a:rPr lang="bg-BG"/>
              <a:t>Проверка на свободните места за дадена прожекция</a:t>
            </a:r>
          </a:p>
          <a:p>
            <a:pPr lvl="1"/>
            <a:r>
              <a:rPr lang="bg-BG"/>
              <a:t>Справка за най – популярен филм</a:t>
            </a:r>
          </a:p>
          <a:p>
            <a:pPr lvl="1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26583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Екип и роли</a:t>
            </a: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6710" y="2910027"/>
            <a:ext cx="2209800" cy="23622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Rectangle 6"/>
          <p:cNvSpPr/>
          <p:nvPr/>
        </p:nvSpPr>
        <p:spPr>
          <a:xfrm>
            <a:off x="5360813" y="310486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bg-BG"/>
              <a:t>Христо Фотакиев - разработчик, технически писател, архитект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607" y="1927126"/>
            <a:ext cx="2394103" cy="253643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Rectangle 8"/>
          <p:cNvSpPr/>
          <p:nvPr/>
        </p:nvSpPr>
        <p:spPr>
          <a:xfrm>
            <a:off x="3089802" y="2238169"/>
            <a:ext cx="61382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g-BG"/>
              <a:t>Даниела Иванова - дизайнер, разработчик, тестер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33980" y="4248562"/>
            <a:ext cx="44580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/>
              <a:t>Жени Минчева – разработчик, мениджър, архитект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724" y="3994411"/>
            <a:ext cx="2324301" cy="232430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6256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Бюджет на проекта</a:t>
            </a:r>
            <a:endParaRPr lang="en-US"/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5852213"/>
              </p:ext>
            </p:extLst>
          </p:nvPr>
        </p:nvGraphicFramePr>
        <p:xfrm>
          <a:off x="439616" y="1648558"/>
          <a:ext cx="10259515" cy="52094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4494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92" y="447188"/>
            <a:ext cx="10877906" cy="970450"/>
          </a:xfrm>
        </p:spPr>
        <p:txBody>
          <a:bodyPr/>
          <a:lstStyle/>
          <a:p>
            <a:r>
              <a:rPr lang="bg-BG"/>
              <a:t>Разпределение на работата и бюджета</a:t>
            </a:r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4948147"/>
              </p:ext>
            </p:extLst>
          </p:nvPr>
        </p:nvGraphicFramePr>
        <p:xfrm>
          <a:off x="6498140" y="2621086"/>
          <a:ext cx="5011615" cy="39760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Placeholder 7"/>
          <p:cNvSpPr txBox="1">
            <a:spLocks/>
          </p:cNvSpPr>
          <p:nvPr/>
        </p:nvSpPr>
        <p:spPr>
          <a:xfrm>
            <a:off x="6678739" y="1909493"/>
            <a:ext cx="4703259" cy="762001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bg-BG"/>
              <a:t>Кръгова диаграма на разпределение на ресурсите</a:t>
            </a:r>
            <a:endParaRPr lang="en-US"/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5231548"/>
              </p:ext>
            </p:extLst>
          </p:nvPr>
        </p:nvGraphicFramePr>
        <p:xfrm>
          <a:off x="504092" y="2573800"/>
          <a:ext cx="5685692" cy="40233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Placeholder 7"/>
          <p:cNvSpPr txBox="1">
            <a:spLocks/>
          </p:cNvSpPr>
          <p:nvPr/>
        </p:nvSpPr>
        <p:spPr>
          <a:xfrm>
            <a:off x="995308" y="2146491"/>
            <a:ext cx="4703259" cy="427309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bg-BG"/>
              <a:t>Диаграма на свършената работа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321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Разпределение на бюджета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5848384"/>
              </p:ext>
            </p:extLst>
          </p:nvPr>
        </p:nvGraphicFramePr>
        <p:xfrm>
          <a:off x="828298" y="2088306"/>
          <a:ext cx="10553700" cy="43722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50571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Система за управление на проекта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>
            <a:normAutofit/>
          </a:bodyPr>
          <a:lstStyle/>
          <a:p>
            <a:r>
              <a:rPr lang="en-US" sz="2400"/>
              <a:t>Trello:</a:t>
            </a:r>
            <a:endParaRPr lang="bg-BG" sz="2400"/>
          </a:p>
          <a:p>
            <a:pPr lvl="1"/>
            <a:r>
              <a:rPr lang="bg-BG" sz="2000"/>
              <a:t>Задачите се дефинират като бележки;</a:t>
            </a:r>
            <a:endParaRPr lang="en-US" sz="2000"/>
          </a:p>
          <a:p>
            <a:pPr lvl="1"/>
            <a:r>
              <a:rPr lang="bg-BG" sz="2000"/>
              <a:t>Има различни колони в които се слагат задачите спрямо статуса им;</a:t>
            </a:r>
          </a:p>
          <a:p>
            <a:pPr lvl="1"/>
            <a:r>
              <a:rPr lang="bg-BG" sz="2000"/>
              <a:t>Дава възможност за добавяне на различни етикети към всяка задача;</a:t>
            </a:r>
          </a:p>
          <a:p>
            <a:pPr lvl="1"/>
            <a:r>
              <a:rPr lang="bg-BG" sz="2000"/>
              <a:t>Удобно </a:t>
            </a:r>
            <a:r>
              <a:rPr lang="en-US" sz="2000"/>
              <a:t>web-</a:t>
            </a:r>
            <a:r>
              <a:rPr lang="bg-BG" sz="2000"/>
              <a:t>базирано приложение с лесен и интуитивен дизайн</a:t>
            </a:r>
          </a:p>
          <a:p>
            <a:pPr lvl="1"/>
            <a:r>
              <a:rPr lang="bg-BG" sz="2000"/>
              <a:t>Широко разпространено и безплатно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612770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Система за управление на проекта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8" y="1968500"/>
            <a:ext cx="1068705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989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Недостатъци на </a:t>
            </a:r>
            <a:r>
              <a:rPr lang="en-US"/>
              <a:t>Trello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10000" y="1583892"/>
            <a:ext cx="10554574" cy="3636511"/>
          </a:xfrm>
        </p:spPr>
        <p:txBody>
          <a:bodyPr>
            <a:normAutofit/>
          </a:bodyPr>
          <a:lstStyle/>
          <a:p>
            <a:r>
              <a:rPr lang="bg-BG" sz="2000"/>
              <a:t>Тrello няма функция, която да показва връзките между отделни задачи - коя задача трябва да се реализира, за да може да се реализира друга.</a:t>
            </a:r>
            <a:endParaRPr lang="en-US" sz="2000"/>
          </a:p>
          <a:p>
            <a:r>
              <a:rPr lang="bg-BG" sz="2000"/>
              <a:t>Trello не дава възможност за проследяване на време и ресурси, за да се следят по-лесно крайни срокове и вместване в бюджета.</a:t>
            </a:r>
            <a:endParaRPr lang="en-US" sz="2000"/>
          </a:p>
          <a:p>
            <a:r>
              <a:rPr lang="en-US" sz="2000"/>
              <a:t>Trello </a:t>
            </a:r>
            <a:r>
              <a:rPr lang="bg-BG" sz="2000"/>
              <a:t>не е подходяща система за управление на по големи проекти.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559808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Методология за разботка -Водопадна</a:t>
            </a:r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1696703"/>
              </p:ext>
            </p:extLst>
          </p:nvPr>
        </p:nvGraphicFramePr>
        <p:xfrm>
          <a:off x="398736" y="2261914"/>
          <a:ext cx="6057900" cy="40449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/>
          <p:cNvSpPr txBox="1">
            <a:spLocks/>
          </p:cNvSpPr>
          <p:nvPr/>
        </p:nvSpPr>
        <p:spPr>
          <a:xfrm>
            <a:off x="7162800" y="2222501"/>
            <a:ext cx="4562475" cy="404494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bg-BG" dirty="0"/>
              <a:t>Добре структуриран подход.</a:t>
            </a:r>
            <a:endParaRPr lang="en-US" dirty="0"/>
          </a:p>
          <a:p>
            <a:r>
              <a:rPr lang="bg-BG" dirty="0"/>
              <a:t>Последователните етапи и дейности в тях са точно определени.</a:t>
            </a:r>
            <a:endParaRPr lang="en-US" dirty="0"/>
          </a:p>
          <a:p>
            <a:r>
              <a:rPr lang="bg-BG" dirty="0"/>
              <a:t>По-бързо изпълнение на проекта</a:t>
            </a:r>
            <a:endParaRPr lang="en-US" dirty="0"/>
          </a:p>
          <a:p>
            <a:r>
              <a:rPr lang="bg-BG" dirty="0"/>
              <a:t>Избягване на отклонения на обхвата на проекта поради неразбиране на определена част от изискванията.</a:t>
            </a:r>
            <a:endParaRPr lang="en-US" dirty="0"/>
          </a:p>
          <a:p>
            <a:r>
              <a:rPr lang="bg-BG" dirty="0"/>
              <a:t>Във всяка фаза се виждат конкретни резултати.</a:t>
            </a:r>
            <a:endParaRPr lang="en-US" dirty="0"/>
          </a:p>
          <a:p>
            <a:r>
              <a:rPr lang="bg-BG" dirty="0"/>
              <a:t>Този подход води до точни срокове и бюджети.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705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Система за контрол на версиите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2386" y="2751441"/>
            <a:ext cx="10554574" cy="3636511"/>
          </a:xfrm>
        </p:spPr>
        <p:txBody>
          <a:bodyPr>
            <a:normAutofit/>
          </a:bodyPr>
          <a:lstStyle/>
          <a:p>
            <a:r>
              <a:rPr lang="bg-BG" sz="2400"/>
              <a:t>Децентрализираност</a:t>
            </a:r>
          </a:p>
          <a:p>
            <a:r>
              <a:rPr lang="bg-BG" sz="2400"/>
              <a:t>Лесно презаписване и актуализиране на файлове</a:t>
            </a:r>
          </a:p>
          <a:p>
            <a:r>
              <a:rPr lang="bg-BG" sz="2400"/>
              <a:t>Лесно връщането към предходно състояние на проекта.</a:t>
            </a:r>
          </a:p>
          <a:p>
            <a:r>
              <a:rPr lang="bg-BG" sz="2400"/>
              <a:t>Множество работни копия в различни състояния на проекта.</a:t>
            </a:r>
          </a:p>
        </p:txBody>
      </p:sp>
      <p:pic>
        <p:nvPicPr>
          <p:cNvPr id="1026" name="Picture 2" descr="Git - Logo Download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7535" y="2235201"/>
            <a:ext cx="3884770" cy="1622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9679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Система за контрол на версиите</a:t>
            </a:r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3112"/>
          <a:stretch/>
        </p:blipFill>
        <p:spPr>
          <a:xfrm>
            <a:off x="1848749" y="1580661"/>
            <a:ext cx="7840374" cy="4879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853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Средства за реализация</a:t>
            </a:r>
            <a:endParaRPr lang="en-US"/>
          </a:p>
        </p:txBody>
      </p:sp>
      <p:sp>
        <p:nvSpPr>
          <p:cNvPr id="4" name="AutoShape 2" descr="JavaFX now available as a separate module - SD Tim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106" name="Picture 10" descr="JavaFX Script - Wikipe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2129865"/>
            <a:ext cx="3883526" cy="1620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File:IntelliJ IDEA Logo.svg - Wikimedia Common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2599" y="2131035"/>
            <a:ext cx="1754945" cy="1754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8" name="Picture 22" descr="MySQL and Moodle - ElearningWorld.or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9286" y="4565945"/>
            <a:ext cx="2759802" cy="1839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6" descr="Microsoft Project (MSP) Logo Vector (.AI) Free Download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5314" y="2341699"/>
            <a:ext cx="1282849" cy="1300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6" name="Picture 30" descr="Trello Logo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4290576"/>
            <a:ext cx="3563929" cy="1095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100000" l="0" r="100000"/>
                    </a14:imgEffect>
                    <a14:imgEffect>
                      <a14:artisticPaintStrokes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54177" y="2193040"/>
            <a:ext cx="1381224" cy="1381224"/>
          </a:xfrm>
          <a:prstGeom prst="rect">
            <a:avLst/>
          </a:prstGeom>
        </p:spPr>
      </p:pic>
      <p:pic>
        <p:nvPicPr>
          <p:cNvPr id="26" name="Picture 2" descr="Git - Logo Downloads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3123" y="3984536"/>
            <a:ext cx="2399538" cy="1002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38" name="Picture 42" descr="File:Maven logo.svg - Wikimedia Commons"/>
          <p:cNvPicPr>
            <a:picLocks noChangeAspect="1" noChangeArrowheads="1"/>
          </p:cNvPicPr>
          <p:nvPr/>
        </p:nvPicPr>
        <p:blipFill>
          <a:blip r:embed="rId1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163" y="5485879"/>
            <a:ext cx="3824898" cy="968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40" name="Picture 44" descr="Eclipse Logos and Artwork | The Eclipse Foundation"/>
          <p:cNvPicPr>
            <a:picLocks noChangeAspect="1" noChangeArrowheads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7490" y="4426477"/>
            <a:ext cx="3906278" cy="917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884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527" y="530315"/>
            <a:ext cx="10571998" cy="970450"/>
          </a:xfrm>
        </p:spPr>
        <p:txBody>
          <a:bodyPr/>
          <a:lstStyle/>
          <a:p>
            <a:r>
              <a:rPr lang="bg-BG"/>
              <a:t>Диаграма на Гант</a:t>
            </a:r>
            <a:endParaRPr lang="en-US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13" b="16950"/>
          <a:stretch/>
        </p:blipFill>
        <p:spPr bwMode="auto">
          <a:xfrm>
            <a:off x="-92206" y="-125358"/>
            <a:ext cx="12829420" cy="723229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86625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Критичен път</a:t>
            </a:r>
            <a:endParaRPr lang="en-US"/>
          </a:p>
        </p:txBody>
      </p:sp>
      <p:grpSp>
        <p:nvGrpSpPr>
          <p:cNvPr id="95" name="Group 94"/>
          <p:cNvGrpSpPr/>
          <p:nvPr/>
        </p:nvGrpSpPr>
        <p:grpSpPr>
          <a:xfrm>
            <a:off x="984839" y="1791930"/>
            <a:ext cx="9818802" cy="2730414"/>
            <a:chOff x="1024226" y="1999762"/>
            <a:chExt cx="9818802" cy="2730414"/>
          </a:xfrm>
        </p:grpSpPr>
        <p:grpSp>
          <p:nvGrpSpPr>
            <p:cNvPr id="93" name="Group 92"/>
            <p:cNvGrpSpPr/>
            <p:nvPr/>
          </p:nvGrpSpPr>
          <p:grpSpPr>
            <a:xfrm>
              <a:off x="1024226" y="1999762"/>
              <a:ext cx="9818802" cy="2730414"/>
              <a:chOff x="229898" y="2461580"/>
              <a:chExt cx="9818802" cy="2730414"/>
            </a:xfrm>
          </p:grpSpPr>
          <p:sp>
            <p:nvSpPr>
              <p:cNvPr id="5" name="Oval 4"/>
              <p:cNvSpPr/>
              <p:nvPr/>
            </p:nvSpPr>
            <p:spPr>
              <a:xfrm>
                <a:off x="229898" y="2936308"/>
                <a:ext cx="481298" cy="47456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0</a:t>
                </a:r>
              </a:p>
            </p:txBody>
          </p:sp>
          <p:grpSp>
            <p:nvGrpSpPr>
              <p:cNvPr id="92" name="Group 91"/>
              <p:cNvGrpSpPr/>
              <p:nvPr/>
            </p:nvGrpSpPr>
            <p:grpSpPr>
              <a:xfrm>
                <a:off x="640712" y="2461580"/>
                <a:ext cx="9407988" cy="2730414"/>
                <a:chOff x="640712" y="2461580"/>
                <a:chExt cx="9407988" cy="2730414"/>
              </a:xfrm>
            </p:grpSpPr>
            <p:sp>
              <p:nvSpPr>
                <p:cNvPr id="4" name="Oval 3"/>
                <p:cNvSpPr/>
                <p:nvPr/>
              </p:nvSpPr>
              <p:spPr>
                <a:xfrm>
                  <a:off x="1434247" y="2936589"/>
                  <a:ext cx="474562" cy="47456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1</a:t>
                  </a:r>
                </a:p>
              </p:txBody>
            </p:sp>
            <p:cxnSp>
              <p:nvCxnSpPr>
                <p:cNvPr id="6" name="Straight Connector 5"/>
                <p:cNvCxnSpPr>
                  <a:stCxn id="5" idx="7"/>
                </p:cNvCxnSpPr>
                <p:nvPr/>
              </p:nvCxnSpPr>
              <p:spPr>
                <a:xfrm flipV="1">
                  <a:off x="640712" y="2840293"/>
                  <a:ext cx="211237" cy="165513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Straight Connector 6"/>
                <p:cNvCxnSpPr>
                  <a:endCxn id="5" idx="5"/>
                </p:cNvCxnSpPr>
                <p:nvPr/>
              </p:nvCxnSpPr>
              <p:spPr>
                <a:xfrm flipH="1" flipV="1">
                  <a:off x="640712" y="3341372"/>
                  <a:ext cx="181584" cy="146690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Connector 7"/>
                <p:cNvCxnSpPr/>
                <p:nvPr/>
              </p:nvCxnSpPr>
              <p:spPr>
                <a:xfrm flipH="1">
                  <a:off x="837645" y="2843057"/>
                  <a:ext cx="533400" cy="0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/>
                <p:cNvCxnSpPr/>
                <p:nvPr/>
              </p:nvCxnSpPr>
              <p:spPr>
                <a:xfrm flipH="1">
                  <a:off x="812305" y="3488062"/>
                  <a:ext cx="533400" cy="0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Arrow Connector 9"/>
                <p:cNvCxnSpPr>
                  <a:endCxn id="4" idx="3"/>
                </p:cNvCxnSpPr>
                <p:nvPr/>
              </p:nvCxnSpPr>
              <p:spPr>
                <a:xfrm flipV="1">
                  <a:off x="1345705" y="3341653"/>
                  <a:ext cx="158040" cy="14640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11" name="TextBox 10"/>
                <p:cNvSpPr txBox="1"/>
                <p:nvPr/>
              </p:nvSpPr>
              <p:spPr>
                <a:xfrm>
                  <a:off x="910985" y="3157970"/>
                  <a:ext cx="29713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bg-BG"/>
                    <a:t>2</a:t>
                  </a:r>
                  <a:endParaRPr lang="en-US"/>
                </a:p>
              </p:txBody>
            </p:sp>
            <p:sp>
              <p:nvSpPr>
                <p:cNvPr id="12" name="TextBox 11"/>
                <p:cNvSpPr txBox="1"/>
                <p:nvPr/>
              </p:nvSpPr>
              <p:spPr>
                <a:xfrm>
                  <a:off x="829942" y="3535959"/>
                  <a:ext cx="48970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/>
                    <a:t>(1)</a:t>
                  </a:r>
                </a:p>
              </p:txBody>
            </p:sp>
            <p:sp>
              <p:nvSpPr>
                <p:cNvPr id="13" name="TextBox 12"/>
                <p:cNvSpPr txBox="1"/>
                <p:nvPr/>
              </p:nvSpPr>
              <p:spPr>
                <a:xfrm>
                  <a:off x="944850" y="2514127"/>
                  <a:ext cx="32862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bg-BG"/>
                    <a:t>1</a:t>
                  </a:r>
                  <a:endParaRPr lang="en-US"/>
                </a:p>
              </p:txBody>
            </p:sp>
            <p:sp>
              <p:nvSpPr>
                <p:cNvPr id="14" name="TextBox 13"/>
                <p:cNvSpPr txBox="1"/>
                <p:nvPr/>
              </p:nvSpPr>
              <p:spPr>
                <a:xfrm>
                  <a:off x="828687" y="2812881"/>
                  <a:ext cx="49446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/>
                    <a:t>(1)</a:t>
                  </a:r>
                </a:p>
              </p:txBody>
            </p:sp>
            <p:cxnSp>
              <p:nvCxnSpPr>
                <p:cNvPr id="15" name="Straight Arrow Connector 14"/>
                <p:cNvCxnSpPr/>
                <p:nvPr/>
              </p:nvCxnSpPr>
              <p:spPr>
                <a:xfrm>
                  <a:off x="1361027" y="2840293"/>
                  <a:ext cx="162095" cy="16579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16" name="Oval 15"/>
                <p:cNvSpPr/>
                <p:nvPr/>
              </p:nvSpPr>
              <p:spPr>
                <a:xfrm>
                  <a:off x="2643524" y="2936308"/>
                  <a:ext cx="474562" cy="47456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2</a:t>
                  </a:r>
                </a:p>
              </p:txBody>
            </p:sp>
            <p:cxnSp>
              <p:nvCxnSpPr>
                <p:cNvPr id="17" name="Straight Connector 16"/>
                <p:cNvCxnSpPr/>
                <p:nvPr/>
              </p:nvCxnSpPr>
              <p:spPr>
                <a:xfrm flipV="1">
                  <a:off x="1849989" y="2840012"/>
                  <a:ext cx="211237" cy="165513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/>
                <p:cNvCxnSpPr/>
                <p:nvPr/>
              </p:nvCxnSpPr>
              <p:spPr>
                <a:xfrm flipH="1" flipV="1">
                  <a:off x="1849989" y="3341091"/>
                  <a:ext cx="181584" cy="146690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/>
                <p:cNvCxnSpPr/>
                <p:nvPr/>
              </p:nvCxnSpPr>
              <p:spPr>
                <a:xfrm flipH="1">
                  <a:off x="2046922" y="2842776"/>
                  <a:ext cx="533400" cy="0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/>
                <p:cNvCxnSpPr/>
                <p:nvPr/>
              </p:nvCxnSpPr>
              <p:spPr>
                <a:xfrm flipH="1">
                  <a:off x="2021582" y="3487781"/>
                  <a:ext cx="533400" cy="0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Arrow Connector 20"/>
                <p:cNvCxnSpPr>
                  <a:endCxn id="16" idx="3"/>
                </p:cNvCxnSpPr>
                <p:nvPr/>
              </p:nvCxnSpPr>
              <p:spPr>
                <a:xfrm flipV="1">
                  <a:off x="2554982" y="3341372"/>
                  <a:ext cx="158040" cy="14640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22" name="TextBox 21"/>
                <p:cNvSpPr txBox="1"/>
                <p:nvPr/>
              </p:nvSpPr>
              <p:spPr>
                <a:xfrm>
                  <a:off x="2147501" y="3166627"/>
                  <a:ext cx="29713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/>
                    <a:t>4</a:t>
                  </a:r>
                </a:p>
              </p:txBody>
            </p:sp>
            <p:sp>
              <p:nvSpPr>
                <p:cNvPr id="23" name="TextBox 22"/>
                <p:cNvSpPr txBox="1"/>
                <p:nvPr/>
              </p:nvSpPr>
              <p:spPr>
                <a:xfrm>
                  <a:off x="2066458" y="3544616"/>
                  <a:ext cx="48970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/>
                    <a:t>(1)</a:t>
                  </a:r>
                </a:p>
              </p:txBody>
            </p:sp>
            <p:sp>
              <p:nvSpPr>
                <p:cNvPr id="24" name="TextBox 23"/>
                <p:cNvSpPr txBox="1"/>
                <p:nvPr/>
              </p:nvSpPr>
              <p:spPr>
                <a:xfrm>
                  <a:off x="2190263" y="2461580"/>
                  <a:ext cx="32862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/>
                    <a:t>3</a:t>
                  </a:r>
                </a:p>
              </p:txBody>
            </p:sp>
            <p:sp>
              <p:nvSpPr>
                <p:cNvPr id="25" name="TextBox 24"/>
                <p:cNvSpPr txBox="1"/>
                <p:nvPr/>
              </p:nvSpPr>
              <p:spPr>
                <a:xfrm>
                  <a:off x="2049964" y="2812600"/>
                  <a:ext cx="48246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/>
                    <a:t>(1)</a:t>
                  </a:r>
                </a:p>
              </p:txBody>
            </p:sp>
            <p:cxnSp>
              <p:nvCxnSpPr>
                <p:cNvPr id="26" name="Straight Arrow Connector 25"/>
                <p:cNvCxnSpPr/>
                <p:nvPr/>
              </p:nvCxnSpPr>
              <p:spPr>
                <a:xfrm>
                  <a:off x="2570304" y="2840012"/>
                  <a:ext cx="162095" cy="16579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grpSp>
              <p:nvGrpSpPr>
                <p:cNvPr id="27" name="Group 26"/>
                <p:cNvGrpSpPr/>
                <p:nvPr/>
              </p:nvGrpSpPr>
              <p:grpSpPr>
                <a:xfrm>
                  <a:off x="3129733" y="2887069"/>
                  <a:ext cx="731616" cy="659375"/>
                  <a:chOff x="6754513" y="1246841"/>
                  <a:chExt cx="986934" cy="659375"/>
                </a:xfrm>
              </p:grpSpPr>
              <p:grpSp>
                <p:nvGrpSpPr>
                  <p:cNvPr id="28" name="Group 27"/>
                  <p:cNvGrpSpPr/>
                  <p:nvPr/>
                </p:nvGrpSpPr>
                <p:grpSpPr>
                  <a:xfrm>
                    <a:off x="6894370" y="1246841"/>
                    <a:ext cx="847077" cy="659375"/>
                    <a:chOff x="1521517" y="1228124"/>
                    <a:chExt cx="847077" cy="740228"/>
                  </a:xfrm>
                </p:grpSpPr>
                <p:sp>
                  <p:nvSpPr>
                    <p:cNvPr id="30" name="TextBox 29"/>
                    <p:cNvSpPr txBox="1"/>
                    <p:nvPr/>
                  </p:nvSpPr>
                  <p:spPr>
                    <a:xfrm>
                      <a:off x="1618301" y="1228124"/>
                      <a:ext cx="400059" cy="4146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/>
                        <a:t>5</a:t>
                      </a:r>
                    </a:p>
                  </p:txBody>
                </p:sp>
                <p:sp>
                  <p:nvSpPr>
                    <p:cNvPr id="31" name="TextBox 30"/>
                    <p:cNvSpPr txBox="1"/>
                    <p:nvPr/>
                  </p:nvSpPr>
                  <p:spPr>
                    <a:xfrm>
                      <a:off x="1521517" y="1553732"/>
                      <a:ext cx="847077" cy="4146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/>
                        <a:t>(2)</a:t>
                      </a:r>
                    </a:p>
                  </p:txBody>
                </p:sp>
              </p:grpSp>
              <p:cxnSp>
                <p:nvCxnSpPr>
                  <p:cNvPr id="29" name="Straight Arrow Connector 28"/>
                  <p:cNvCxnSpPr>
                    <a:endCxn id="32" idx="2"/>
                  </p:cNvCxnSpPr>
                  <p:nvPr/>
                </p:nvCxnSpPr>
                <p:spPr>
                  <a:xfrm flipV="1">
                    <a:off x="6754513" y="1535189"/>
                    <a:ext cx="972218" cy="8487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2" name="Oval 31"/>
                <p:cNvSpPr/>
                <p:nvPr/>
              </p:nvSpPr>
              <p:spPr>
                <a:xfrm>
                  <a:off x="3850440" y="2938136"/>
                  <a:ext cx="474562" cy="47456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3</a:t>
                  </a:r>
                </a:p>
              </p:txBody>
            </p:sp>
            <p:grpSp>
              <p:nvGrpSpPr>
                <p:cNvPr id="33" name="Group 32"/>
                <p:cNvGrpSpPr/>
                <p:nvPr/>
              </p:nvGrpSpPr>
              <p:grpSpPr>
                <a:xfrm>
                  <a:off x="4348810" y="2885241"/>
                  <a:ext cx="731616" cy="659375"/>
                  <a:chOff x="6754513" y="1246841"/>
                  <a:chExt cx="986934" cy="659375"/>
                </a:xfrm>
              </p:grpSpPr>
              <p:grpSp>
                <p:nvGrpSpPr>
                  <p:cNvPr id="34" name="Group 33"/>
                  <p:cNvGrpSpPr/>
                  <p:nvPr/>
                </p:nvGrpSpPr>
                <p:grpSpPr>
                  <a:xfrm>
                    <a:off x="6894370" y="1246841"/>
                    <a:ext cx="847077" cy="659375"/>
                    <a:chOff x="1521517" y="1228124"/>
                    <a:chExt cx="847077" cy="740228"/>
                  </a:xfrm>
                </p:grpSpPr>
                <p:sp>
                  <p:nvSpPr>
                    <p:cNvPr id="36" name="TextBox 35"/>
                    <p:cNvSpPr txBox="1"/>
                    <p:nvPr/>
                  </p:nvSpPr>
                  <p:spPr>
                    <a:xfrm>
                      <a:off x="1618301" y="1228124"/>
                      <a:ext cx="400059" cy="4146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/>
                        <a:t>6</a:t>
                      </a:r>
                    </a:p>
                  </p:txBody>
                </p:sp>
                <p:sp>
                  <p:nvSpPr>
                    <p:cNvPr id="37" name="TextBox 36"/>
                    <p:cNvSpPr txBox="1"/>
                    <p:nvPr/>
                  </p:nvSpPr>
                  <p:spPr>
                    <a:xfrm>
                      <a:off x="1521517" y="1553732"/>
                      <a:ext cx="847077" cy="4146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/>
                        <a:t>(1)</a:t>
                      </a:r>
                    </a:p>
                  </p:txBody>
                </p:sp>
              </p:grpSp>
              <p:cxnSp>
                <p:nvCxnSpPr>
                  <p:cNvPr id="35" name="Straight Arrow Connector 34"/>
                  <p:cNvCxnSpPr>
                    <a:endCxn id="38" idx="2"/>
                  </p:cNvCxnSpPr>
                  <p:nvPr/>
                </p:nvCxnSpPr>
                <p:spPr>
                  <a:xfrm flipV="1">
                    <a:off x="6754513" y="1535189"/>
                    <a:ext cx="972218" cy="8487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8" name="Oval 37"/>
                <p:cNvSpPr/>
                <p:nvPr/>
              </p:nvSpPr>
              <p:spPr>
                <a:xfrm>
                  <a:off x="5069517" y="2936308"/>
                  <a:ext cx="474562" cy="47456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4</a:t>
                  </a:r>
                </a:p>
              </p:txBody>
            </p:sp>
            <p:grpSp>
              <p:nvGrpSpPr>
                <p:cNvPr id="39" name="Group 38"/>
                <p:cNvGrpSpPr/>
                <p:nvPr/>
              </p:nvGrpSpPr>
              <p:grpSpPr>
                <a:xfrm>
                  <a:off x="5543764" y="2895412"/>
                  <a:ext cx="731616" cy="659375"/>
                  <a:chOff x="6754513" y="1246841"/>
                  <a:chExt cx="986934" cy="659375"/>
                </a:xfrm>
              </p:grpSpPr>
              <p:grpSp>
                <p:nvGrpSpPr>
                  <p:cNvPr id="40" name="Group 39"/>
                  <p:cNvGrpSpPr/>
                  <p:nvPr/>
                </p:nvGrpSpPr>
                <p:grpSpPr>
                  <a:xfrm>
                    <a:off x="6894370" y="1246841"/>
                    <a:ext cx="847077" cy="659375"/>
                    <a:chOff x="1521517" y="1228124"/>
                    <a:chExt cx="847077" cy="740228"/>
                  </a:xfrm>
                </p:grpSpPr>
                <p:sp>
                  <p:nvSpPr>
                    <p:cNvPr id="42" name="TextBox 41"/>
                    <p:cNvSpPr txBox="1"/>
                    <p:nvPr/>
                  </p:nvSpPr>
                  <p:spPr>
                    <a:xfrm>
                      <a:off x="1618301" y="1228124"/>
                      <a:ext cx="400059" cy="4146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/>
                        <a:t>7</a:t>
                      </a:r>
                    </a:p>
                  </p:txBody>
                </p:sp>
                <p:sp>
                  <p:nvSpPr>
                    <p:cNvPr id="43" name="TextBox 42"/>
                    <p:cNvSpPr txBox="1"/>
                    <p:nvPr/>
                  </p:nvSpPr>
                  <p:spPr>
                    <a:xfrm>
                      <a:off x="1521517" y="1553732"/>
                      <a:ext cx="847077" cy="4146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/>
                        <a:t>(1)</a:t>
                      </a:r>
                    </a:p>
                  </p:txBody>
                </p:sp>
              </p:grpSp>
              <p:cxnSp>
                <p:nvCxnSpPr>
                  <p:cNvPr id="41" name="Straight Arrow Connector 40"/>
                  <p:cNvCxnSpPr>
                    <a:endCxn id="44" idx="2"/>
                  </p:cNvCxnSpPr>
                  <p:nvPr/>
                </p:nvCxnSpPr>
                <p:spPr>
                  <a:xfrm flipV="1">
                    <a:off x="6754513" y="1535189"/>
                    <a:ext cx="972218" cy="8487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4" name="Oval 43"/>
                <p:cNvSpPr/>
                <p:nvPr/>
              </p:nvSpPr>
              <p:spPr>
                <a:xfrm>
                  <a:off x="6264471" y="2946479"/>
                  <a:ext cx="474562" cy="47456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5</a:t>
                  </a:r>
                </a:p>
              </p:txBody>
            </p:sp>
            <p:grpSp>
              <p:nvGrpSpPr>
                <p:cNvPr id="45" name="Group 44"/>
                <p:cNvGrpSpPr/>
                <p:nvPr/>
              </p:nvGrpSpPr>
              <p:grpSpPr>
                <a:xfrm>
                  <a:off x="6762841" y="2893584"/>
                  <a:ext cx="731616" cy="659375"/>
                  <a:chOff x="6754513" y="1246841"/>
                  <a:chExt cx="986934" cy="659375"/>
                </a:xfrm>
              </p:grpSpPr>
              <p:grpSp>
                <p:nvGrpSpPr>
                  <p:cNvPr id="46" name="Group 45"/>
                  <p:cNvGrpSpPr/>
                  <p:nvPr/>
                </p:nvGrpSpPr>
                <p:grpSpPr>
                  <a:xfrm>
                    <a:off x="6894370" y="1246841"/>
                    <a:ext cx="847077" cy="659375"/>
                    <a:chOff x="1521517" y="1228124"/>
                    <a:chExt cx="847077" cy="740228"/>
                  </a:xfrm>
                </p:grpSpPr>
                <p:sp>
                  <p:nvSpPr>
                    <p:cNvPr id="48" name="TextBox 47"/>
                    <p:cNvSpPr txBox="1"/>
                    <p:nvPr/>
                  </p:nvSpPr>
                  <p:spPr>
                    <a:xfrm>
                      <a:off x="1618301" y="1228124"/>
                      <a:ext cx="400059" cy="4146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/>
                        <a:t>8</a:t>
                      </a:r>
                    </a:p>
                  </p:txBody>
                </p:sp>
                <p:sp>
                  <p:nvSpPr>
                    <p:cNvPr id="49" name="TextBox 48"/>
                    <p:cNvSpPr txBox="1"/>
                    <p:nvPr/>
                  </p:nvSpPr>
                  <p:spPr>
                    <a:xfrm>
                      <a:off x="1521517" y="1553732"/>
                      <a:ext cx="847077" cy="4146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/>
                        <a:t>(1)</a:t>
                      </a:r>
                    </a:p>
                  </p:txBody>
                </p:sp>
              </p:grpSp>
              <p:cxnSp>
                <p:nvCxnSpPr>
                  <p:cNvPr id="47" name="Straight Arrow Connector 46"/>
                  <p:cNvCxnSpPr>
                    <a:endCxn id="50" idx="2"/>
                  </p:cNvCxnSpPr>
                  <p:nvPr/>
                </p:nvCxnSpPr>
                <p:spPr>
                  <a:xfrm flipV="1">
                    <a:off x="6754513" y="1535189"/>
                    <a:ext cx="972218" cy="8487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0" name="Oval 49"/>
                <p:cNvSpPr/>
                <p:nvPr/>
              </p:nvSpPr>
              <p:spPr>
                <a:xfrm>
                  <a:off x="7483548" y="2944651"/>
                  <a:ext cx="474562" cy="47456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6</a:t>
                  </a:r>
                </a:p>
              </p:txBody>
            </p:sp>
            <p:cxnSp>
              <p:nvCxnSpPr>
                <p:cNvPr id="51" name="Straight Connector 50"/>
                <p:cNvCxnSpPr>
                  <a:stCxn id="38" idx="5"/>
                </p:cNvCxnSpPr>
                <p:nvPr/>
              </p:nvCxnSpPr>
              <p:spPr>
                <a:xfrm>
                  <a:off x="5474581" y="3341372"/>
                  <a:ext cx="417463" cy="501630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/>
                <p:cNvCxnSpPr/>
                <p:nvPr/>
              </p:nvCxnSpPr>
              <p:spPr>
                <a:xfrm>
                  <a:off x="5892044" y="3843002"/>
                  <a:ext cx="1262115" cy="0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Arrow Connector 52"/>
                <p:cNvCxnSpPr>
                  <a:endCxn id="50" idx="3"/>
                </p:cNvCxnSpPr>
                <p:nvPr/>
              </p:nvCxnSpPr>
              <p:spPr>
                <a:xfrm flipV="1">
                  <a:off x="7148558" y="3349715"/>
                  <a:ext cx="404488" cy="49328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54" name="TextBox 53"/>
                <p:cNvSpPr txBox="1"/>
                <p:nvPr/>
              </p:nvSpPr>
              <p:spPr>
                <a:xfrm>
                  <a:off x="6310323" y="3501892"/>
                  <a:ext cx="2965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/>
                    <a:t>9</a:t>
                  </a:r>
                </a:p>
              </p:txBody>
            </p:sp>
            <p:grpSp>
              <p:nvGrpSpPr>
                <p:cNvPr id="55" name="Group 54"/>
                <p:cNvGrpSpPr/>
                <p:nvPr/>
              </p:nvGrpSpPr>
              <p:grpSpPr>
                <a:xfrm>
                  <a:off x="7971925" y="2893584"/>
                  <a:ext cx="731616" cy="659375"/>
                  <a:chOff x="6754513" y="1246841"/>
                  <a:chExt cx="986934" cy="659375"/>
                </a:xfrm>
              </p:grpSpPr>
              <p:grpSp>
                <p:nvGrpSpPr>
                  <p:cNvPr id="56" name="Group 55"/>
                  <p:cNvGrpSpPr/>
                  <p:nvPr/>
                </p:nvGrpSpPr>
                <p:grpSpPr>
                  <a:xfrm>
                    <a:off x="6894370" y="1246841"/>
                    <a:ext cx="847077" cy="659375"/>
                    <a:chOff x="1521517" y="1228124"/>
                    <a:chExt cx="847077" cy="740228"/>
                  </a:xfrm>
                </p:grpSpPr>
                <p:sp>
                  <p:nvSpPr>
                    <p:cNvPr id="58" name="TextBox 57"/>
                    <p:cNvSpPr txBox="1"/>
                    <p:nvPr/>
                  </p:nvSpPr>
                  <p:spPr>
                    <a:xfrm>
                      <a:off x="1549623" y="1228124"/>
                      <a:ext cx="661448" cy="4146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/>
                        <a:t>10</a:t>
                      </a:r>
                    </a:p>
                  </p:txBody>
                </p:sp>
                <p:sp>
                  <p:nvSpPr>
                    <p:cNvPr id="59" name="TextBox 58"/>
                    <p:cNvSpPr txBox="1"/>
                    <p:nvPr/>
                  </p:nvSpPr>
                  <p:spPr>
                    <a:xfrm>
                      <a:off x="1521517" y="1553732"/>
                      <a:ext cx="847077" cy="4146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/>
                        <a:t>(3)</a:t>
                      </a:r>
                    </a:p>
                  </p:txBody>
                </p:sp>
              </p:grpSp>
              <p:cxnSp>
                <p:nvCxnSpPr>
                  <p:cNvPr id="57" name="Straight Arrow Connector 56"/>
                  <p:cNvCxnSpPr>
                    <a:endCxn id="60" idx="2"/>
                  </p:cNvCxnSpPr>
                  <p:nvPr/>
                </p:nvCxnSpPr>
                <p:spPr>
                  <a:xfrm flipV="1">
                    <a:off x="6754513" y="1535189"/>
                    <a:ext cx="972218" cy="8487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0" name="Oval 59"/>
                <p:cNvSpPr/>
                <p:nvPr/>
              </p:nvSpPr>
              <p:spPr>
                <a:xfrm>
                  <a:off x="8692632" y="2944651"/>
                  <a:ext cx="474562" cy="47456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7</a:t>
                  </a:r>
                </a:p>
              </p:txBody>
            </p:sp>
            <p:grpSp>
              <p:nvGrpSpPr>
                <p:cNvPr id="62" name="Group 61"/>
                <p:cNvGrpSpPr/>
                <p:nvPr/>
              </p:nvGrpSpPr>
              <p:grpSpPr>
                <a:xfrm>
                  <a:off x="8950919" y="3303116"/>
                  <a:ext cx="917936" cy="653747"/>
                  <a:chOff x="1789610" y="759419"/>
                  <a:chExt cx="1028343" cy="733910"/>
                </a:xfrm>
              </p:grpSpPr>
              <p:sp>
                <p:nvSpPr>
                  <p:cNvPr id="64" name="TextBox 63"/>
                  <p:cNvSpPr txBox="1"/>
                  <p:nvPr/>
                </p:nvSpPr>
                <p:spPr>
                  <a:xfrm>
                    <a:off x="2156505" y="759419"/>
                    <a:ext cx="661448" cy="4146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/>
                      <a:t>11</a:t>
                    </a:r>
                  </a:p>
                </p:txBody>
              </p:sp>
              <p:sp>
                <p:nvSpPr>
                  <p:cNvPr id="65" name="TextBox 64"/>
                  <p:cNvSpPr txBox="1"/>
                  <p:nvPr/>
                </p:nvSpPr>
                <p:spPr>
                  <a:xfrm>
                    <a:off x="1789610" y="1078709"/>
                    <a:ext cx="847077" cy="4146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/>
                      <a:t>(1)</a:t>
                    </a:r>
                  </a:p>
                </p:txBody>
              </p:sp>
            </p:grpSp>
            <p:cxnSp>
              <p:nvCxnSpPr>
                <p:cNvPr id="63" name="Straight Arrow Connector 62"/>
                <p:cNvCxnSpPr>
                  <a:stCxn id="60" idx="5"/>
                  <a:endCxn id="66" idx="1"/>
                </p:cNvCxnSpPr>
                <p:nvPr/>
              </p:nvCxnSpPr>
              <p:spPr>
                <a:xfrm>
                  <a:off x="9097696" y="3349715"/>
                  <a:ext cx="545940" cy="52287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66" name="Oval 65"/>
                <p:cNvSpPr/>
                <p:nvPr/>
              </p:nvSpPr>
              <p:spPr>
                <a:xfrm>
                  <a:off x="9574138" y="3803096"/>
                  <a:ext cx="474562" cy="47456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8</a:t>
                  </a:r>
                </a:p>
              </p:txBody>
            </p:sp>
            <p:grpSp>
              <p:nvGrpSpPr>
                <p:cNvPr id="68" name="Group 67"/>
                <p:cNvGrpSpPr/>
                <p:nvPr/>
              </p:nvGrpSpPr>
              <p:grpSpPr>
                <a:xfrm>
                  <a:off x="8950919" y="4141449"/>
                  <a:ext cx="936690" cy="661089"/>
                  <a:chOff x="2352896" y="485972"/>
                  <a:chExt cx="1263574" cy="742152"/>
                </a:xfrm>
              </p:grpSpPr>
              <p:sp>
                <p:nvSpPr>
                  <p:cNvPr id="70" name="TextBox 69"/>
                  <p:cNvSpPr txBox="1"/>
                  <p:nvPr/>
                </p:nvSpPr>
                <p:spPr>
                  <a:xfrm>
                    <a:off x="2352896" y="485972"/>
                    <a:ext cx="661448" cy="4146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/>
                      <a:t>12</a:t>
                    </a:r>
                  </a:p>
                </p:txBody>
              </p:sp>
              <p:sp>
                <p:nvSpPr>
                  <p:cNvPr id="71" name="TextBox 70"/>
                  <p:cNvSpPr txBox="1"/>
                  <p:nvPr/>
                </p:nvSpPr>
                <p:spPr>
                  <a:xfrm>
                    <a:off x="2769393" y="813504"/>
                    <a:ext cx="847077" cy="4146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/>
                      <a:t>(1)</a:t>
                    </a:r>
                  </a:p>
                </p:txBody>
              </p:sp>
            </p:grpSp>
            <p:cxnSp>
              <p:nvCxnSpPr>
                <p:cNvPr id="69" name="Straight Arrow Connector 68"/>
                <p:cNvCxnSpPr>
                  <a:stCxn id="66" idx="3"/>
                  <a:endCxn id="72" idx="7"/>
                </p:cNvCxnSpPr>
                <p:nvPr/>
              </p:nvCxnSpPr>
              <p:spPr>
                <a:xfrm flipH="1">
                  <a:off x="9078548" y="4208160"/>
                  <a:ext cx="565088" cy="47921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72" name="Oval 71"/>
                <p:cNvSpPr/>
                <p:nvPr/>
              </p:nvSpPr>
              <p:spPr>
                <a:xfrm>
                  <a:off x="8673484" y="4617872"/>
                  <a:ext cx="474562" cy="47456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9</a:t>
                  </a:r>
                </a:p>
              </p:txBody>
            </p:sp>
            <p:grpSp>
              <p:nvGrpSpPr>
                <p:cNvPr id="74" name="Group 73"/>
                <p:cNvGrpSpPr/>
                <p:nvPr/>
              </p:nvGrpSpPr>
              <p:grpSpPr>
                <a:xfrm>
                  <a:off x="8064692" y="4532619"/>
                  <a:ext cx="627940" cy="659375"/>
                  <a:chOff x="1521517" y="1228124"/>
                  <a:chExt cx="847077" cy="740228"/>
                </a:xfrm>
              </p:grpSpPr>
              <p:sp>
                <p:nvSpPr>
                  <p:cNvPr id="76" name="TextBox 75"/>
                  <p:cNvSpPr txBox="1"/>
                  <p:nvPr/>
                </p:nvSpPr>
                <p:spPr>
                  <a:xfrm>
                    <a:off x="1549623" y="1228124"/>
                    <a:ext cx="661448" cy="4146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/>
                      <a:t>13</a:t>
                    </a:r>
                  </a:p>
                </p:txBody>
              </p:sp>
              <p:sp>
                <p:nvSpPr>
                  <p:cNvPr id="77" name="TextBox 76"/>
                  <p:cNvSpPr txBox="1"/>
                  <p:nvPr/>
                </p:nvSpPr>
                <p:spPr>
                  <a:xfrm>
                    <a:off x="1521517" y="1553732"/>
                    <a:ext cx="847077" cy="4146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/>
                      <a:t>(1)</a:t>
                    </a:r>
                  </a:p>
                </p:txBody>
              </p:sp>
            </p:grpSp>
            <p:cxnSp>
              <p:nvCxnSpPr>
                <p:cNvPr id="75" name="Straight Arrow Connector 74"/>
                <p:cNvCxnSpPr>
                  <a:stCxn id="72" idx="2"/>
                  <a:endCxn id="78" idx="6"/>
                </p:cNvCxnSpPr>
                <p:nvPr/>
              </p:nvCxnSpPr>
              <p:spPr>
                <a:xfrm flipH="1">
                  <a:off x="7918369" y="4855153"/>
                  <a:ext cx="755115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78" name="Oval 77"/>
                <p:cNvSpPr/>
                <p:nvPr/>
              </p:nvSpPr>
              <p:spPr>
                <a:xfrm>
                  <a:off x="7180487" y="4617872"/>
                  <a:ext cx="737882" cy="47456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10</a:t>
                  </a:r>
                </a:p>
              </p:txBody>
            </p:sp>
          </p:grpSp>
        </p:grpSp>
        <p:sp>
          <p:nvSpPr>
            <p:cNvPr id="94" name="TextBox 93"/>
            <p:cNvSpPr txBox="1"/>
            <p:nvPr/>
          </p:nvSpPr>
          <p:spPr>
            <a:xfrm>
              <a:off x="7032905" y="3399709"/>
              <a:ext cx="6279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(2)</a:t>
              </a:r>
            </a:p>
          </p:txBody>
        </p:sp>
      </p:grpSp>
      <p:sp>
        <p:nvSpPr>
          <p:cNvPr id="96" name="Content Placeholder 2"/>
          <p:cNvSpPr>
            <a:spLocks noGrp="1"/>
          </p:cNvSpPr>
          <p:nvPr>
            <p:ph idx="1"/>
          </p:nvPr>
        </p:nvSpPr>
        <p:spPr>
          <a:xfrm>
            <a:off x="609529" y="3485230"/>
            <a:ext cx="6979907" cy="730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/>
              <a:t>Поради използване на водопадния модел на работа в текущия случай всички задачи са част от критичния път.</a:t>
            </a:r>
          </a:p>
        </p:txBody>
      </p:sp>
      <p:sp>
        <p:nvSpPr>
          <p:cNvPr id="97" name="Content Placeholder 2"/>
          <p:cNvSpPr txBox="1">
            <a:spLocks/>
          </p:cNvSpPr>
          <p:nvPr/>
        </p:nvSpPr>
        <p:spPr>
          <a:xfrm>
            <a:off x="580935" y="5647489"/>
            <a:ext cx="10714531" cy="521203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numCol="3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bg-BG">
                <a:solidFill>
                  <a:schemeClr val="accent1"/>
                </a:solidFill>
              </a:rPr>
              <a:t>0.  </a:t>
            </a:r>
            <a:r>
              <a:rPr lang="bg-BG"/>
              <a:t>Начало</a:t>
            </a:r>
          </a:p>
          <a:p>
            <a:pPr>
              <a:buFont typeface="+mj-lt"/>
              <a:buAutoNum type="arabicPeriod"/>
            </a:pPr>
            <a:r>
              <a:rPr lang="bg-BG"/>
              <a:t>Изискванията са анализирани</a:t>
            </a:r>
          </a:p>
          <a:p>
            <a:pPr>
              <a:buFont typeface="+mj-lt"/>
              <a:buAutoNum type="arabicPeriod"/>
            </a:pPr>
            <a:r>
              <a:rPr lang="bg-BG"/>
              <a:t>Планирани са архитектурата и базата</a:t>
            </a:r>
          </a:p>
          <a:p>
            <a:pPr>
              <a:buFont typeface="+mj-lt"/>
              <a:buAutoNum type="arabicPeriod"/>
            </a:pPr>
            <a:r>
              <a:rPr lang="bg-BG"/>
              <a:t>Планирана е логиката </a:t>
            </a:r>
          </a:p>
          <a:p>
            <a:pPr>
              <a:buFont typeface="+mj-lt"/>
              <a:buAutoNum type="arabicPeriod"/>
            </a:pPr>
            <a:endParaRPr lang="bg-BG"/>
          </a:p>
          <a:p>
            <a:pPr>
              <a:buFont typeface="+mj-lt"/>
              <a:buAutoNum type="arabicPeriod"/>
            </a:pPr>
            <a:r>
              <a:rPr lang="bg-BG"/>
              <a:t>Проектиран е дизайна</a:t>
            </a:r>
          </a:p>
          <a:p>
            <a:pPr>
              <a:buFont typeface="+mj-lt"/>
              <a:buAutoNum type="arabicPeriod"/>
            </a:pPr>
            <a:r>
              <a:rPr lang="bg-BG"/>
              <a:t>Базата е създадена</a:t>
            </a:r>
          </a:p>
          <a:p>
            <a:pPr>
              <a:buFont typeface="+mj-lt"/>
              <a:buAutoNum type="arabicPeriod"/>
            </a:pPr>
            <a:r>
              <a:rPr lang="bg-BG"/>
              <a:t>Потребителския интерфейс + База</a:t>
            </a:r>
          </a:p>
          <a:p>
            <a:pPr>
              <a:buFont typeface="+mj-lt"/>
              <a:buAutoNum type="arabicPeriod"/>
            </a:pPr>
            <a:r>
              <a:rPr lang="bg-BG"/>
              <a:t>Бизнес логиката е реализирана</a:t>
            </a:r>
          </a:p>
          <a:p>
            <a:pPr>
              <a:buFont typeface="+mj-lt"/>
              <a:buAutoNum type="arabicPeriod"/>
            </a:pPr>
            <a:endParaRPr lang="bg-BG"/>
          </a:p>
          <a:p>
            <a:pPr>
              <a:buFont typeface="+mj-lt"/>
              <a:buAutoNum type="arabicPeriod"/>
            </a:pPr>
            <a:r>
              <a:rPr lang="bg-BG"/>
              <a:t>Тестването е приключило</a:t>
            </a:r>
          </a:p>
          <a:p>
            <a:pPr>
              <a:buFont typeface="+mj-lt"/>
              <a:buAutoNum type="arabicPeriod"/>
            </a:pPr>
            <a:r>
              <a:rPr lang="bg-BG"/>
              <a:t>Общата документация е завършена</a:t>
            </a:r>
          </a:p>
          <a:p>
            <a:pPr>
              <a:buFont typeface="+mj-lt"/>
              <a:buAutoNum type="arabicPeriod"/>
            </a:pPr>
            <a:r>
              <a:rPr lang="bg-BG"/>
              <a:t>Потребителската документация е завършена</a:t>
            </a:r>
          </a:p>
          <a:p>
            <a:pPr>
              <a:buFont typeface="+mj-lt"/>
              <a:buAutoNum type="arabicPeriod"/>
            </a:pPr>
            <a:endParaRPr lang="bg-BG"/>
          </a:p>
          <a:p>
            <a:pPr>
              <a:buFont typeface="+mj-lt"/>
              <a:buAutoNum type="arabicPeriod" startAt="13"/>
            </a:pPr>
            <a:endParaRPr lang="bg-BG"/>
          </a:p>
        </p:txBody>
      </p:sp>
      <p:sp>
        <p:nvSpPr>
          <p:cNvPr id="3" name="Текстово поле 2">
            <a:extLst>
              <a:ext uri="{FF2B5EF4-FFF2-40B4-BE49-F238E27FC236}">
                <a16:creationId xmlns:a16="http://schemas.microsoft.com/office/drawing/2014/main" id="{B6EA20DE-891E-4602-8A1D-512FD69C13BB}"/>
              </a:ext>
            </a:extLst>
          </p:cNvPr>
          <p:cNvSpPr txBox="1"/>
          <p:nvPr/>
        </p:nvSpPr>
        <p:spPr>
          <a:xfrm>
            <a:off x="4724400" y="3200400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bg-BG"/>
              <a:t>Щракнете за текст</a:t>
            </a:r>
          </a:p>
        </p:txBody>
      </p:sp>
    </p:spTree>
    <p:extLst>
      <p:ext uri="{BB962C8B-B14F-4D97-AF65-F5344CB8AC3E}">
        <p14:creationId xmlns:p14="http://schemas.microsoft.com/office/powerpoint/2010/main" val="3338819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Профил на риск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1324007"/>
              </p:ext>
            </p:extLst>
          </p:nvPr>
        </p:nvGraphicFramePr>
        <p:xfrm>
          <a:off x="642936" y="2286000"/>
          <a:ext cx="10906125" cy="37975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30999">
                  <a:extLst>
                    <a:ext uri="{9D8B030D-6E8A-4147-A177-3AD203B41FA5}">
                      <a16:colId xmlns:a16="http://schemas.microsoft.com/office/drawing/2014/main" val="3861855997"/>
                    </a:ext>
                  </a:extLst>
                </a:gridCol>
                <a:gridCol w="4811061">
                  <a:extLst>
                    <a:ext uri="{9D8B030D-6E8A-4147-A177-3AD203B41FA5}">
                      <a16:colId xmlns:a16="http://schemas.microsoft.com/office/drawing/2014/main" val="744562569"/>
                    </a:ext>
                  </a:extLst>
                </a:gridCol>
                <a:gridCol w="1965527">
                  <a:extLst>
                    <a:ext uri="{9D8B030D-6E8A-4147-A177-3AD203B41FA5}">
                      <a16:colId xmlns:a16="http://schemas.microsoft.com/office/drawing/2014/main" val="4046674434"/>
                    </a:ext>
                  </a:extLst>
                </a:gridCol>
                <a:gridCol w="1698538">
                  <a:extLst>
                    <a:ext uri="{9D8B030D-6E8A-4147-A177-3AD203B41FA5}">
                      <a16:colId xmlns:a16="http://schemas.microsoft.com/office/drawing/2014/main" val="2780282061"/>
                    </a:ext>
                  </a:extLst>
                </a:gridCol>
              </a:tblGrid>
              <a:tr h="29274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5000"/>
                        </a:lnSpc>
                      </a:pPr>
                      <a:r>
                        <a:rPr lang="bg-BG" sz="1400" spc="-10" noProof="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Описание</a:t>
                      </a:r>
                    </a:p>
                  </a:txBody>
                  <a:tcPr marL="58180" marR="581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5000"/>
                        </a:lnSpc>
                      </a:pPr>
                      <a:r>
                        <a:rPr lang="bg-BG" sz="1400" spc="-10" noProof="0" dirty="0">
                          <a:effectLst/>
                          <a:latin typeface="+mn-lt"/>
                        </a:rPr>
                        <a:t>Действие</a:t>
                      </a:r>
                      <a:endParaRPr lang="bg-BG" sz="1400" spc="-10" noProof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58180" marR="581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5000"/>
                        </a:lnSpc>
                      </a:pPr>
                      <a:r>
                        <a:rPr lang="bg-BG" sz="1400" spc="-10" noProof="0" dirty="0">
                          <a:effectLst/>
                          <a:latin typeface="+mn-lt"/>
                        </a:rPr>
                        <a:t>Вероятност</a:t>
                      </a:r>
                      <a:endParaRPr lang="bg-BG" sz="1400" spc="-10" noProof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58180" marR="581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5000"/>
                        </a:lnSpc>
                      </a:pPr>
                      <a:r>
                        <a:rPr lang="bg-BG" sz="1400" spc="-10" noProof="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Вляние</a:t>
                      </a:r>
                    </a:p>
                  </a:txBody>
                  <a:tcPr marL="58180" marR="58180" marT="0" marB="0" anchor="ctr"/>
                </a:tc>
                <a:extLst>
                  <a:ext uri="{0D108BD9-81ED-4DB2-BD59-A6C34878D82A}">
                    <a16:rowId xmlns:a16="http://schemas.microsoft.com/office/drawing/2014/main" val="615700361"/>
                  </a:ext>
                </a:extLst>
              </a:tr>
              <a:tr h="76456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5000"/>
                        </a:lnSpc>
                      </a:pPr>
                      <a:r>
                        <a:rPr lang="bg-BG" sz="1400" spc="-10" noProof="0" dirty="0">
                          <a:effectLst/>
                          <a:latin typeface="+mn-lt"/>
                        </a:rPr>
                        <a:t>Липса на работни ресурси</a:t>
                      </a:r>
                      <a:endParaRPr lang="bg-BG" sz="1400" spc="-10" noProof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58180" marR="581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5000"/>
                        </a:lnSpc>
                      </a:pPr>
                      <a:r>
                        <a:rPr lang="bg-BG" sz="1400" spc="-10" noProof="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Подмяна</a:t>
                      </a:r>
                      <a:r>
                        <a:rPr lang="bg-BG" sz="1400" spc="-10" baseline="0" noProof="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или заемане на ресурс. </a:t>
                      </a:r>
                      <a:endParaRPr lang="bg-BG" sz="1400" spc="-10" baseline="0" noProof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0" marR="0" algn="l">
                        <a:lnSpc>
                          <a:spcPct val="105000"/>
                        </a:lnSpc>
                      </a:pPr>
                      <a:r>
                        <a:rPr lang="bg-BG" sz="1400" spc="-10" baseline="0" noProof="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Смяна на ролите на </a:t>
                      </a:r>
                      <a:r>
                        <a:rPr lang="bg-BG" sz="1400" spc="-10" baseline="0" noProof="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дейстие</a:t>
                      </a:r>
                      <a:r>
                        <a:rPr lang="bg-BG" sz="1400" spc="-10" baseline="0" noProof="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.</a:t>
                      </a:r>
                      <a:endParaRPr lang="bg-BG" sz="1400" spc="-10" noProof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58180" marR="581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5000"/>
                        </a:lnSpc>
                      </a:pPr>
                      <a:r>
                        <a:rPr lang="bg-BG" sz="1400" spc="-10" noProof="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Минимална</a:t>
                      </a:r>
                    </a:p>
                  </a:txBody>
                  <a:tcPr marL="58180" marR="581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5000"/>
                        </a:lnSpc>
                      </a:pPr>
                      <a:r>
                        <a:rPr lang="bg-BG" sz="1400" spc="-10" noProof="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Високо</a:t>
                      </a:r>
                    </a:p>
                  </a:txBody>
                  <a:tcPr marL="58180" marR="58180" marT="0" marB="0"/>
                </a:tc>
                <a:extLst>
                  <a:ext uri="{0D108BD9-81ED-4DB2-BD59-A6C34878D82A}">
                    <a16:rowId xmlns:a16="http://schemas.microsoft.com/office/drawing/2014/main" val="996874129"/>
                  </a:ext>
                </a:extLst>
              </a:tr>
              <a:tr h="76195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5000"/>
                        </a:lnSpc>
                      </a:pPr>
                      <a:r>
                        <a:rPr lang="bg-BG" sz="1400" spc="-10" noProof="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Недостик</a:t>
                      </a:r>
                      <a:r>
                        <a:rPr lang="bg-BG" sz="1400" spc="-10" baseline="0" noProof="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на време</a:t>
                      </a:r>
                      <a:endParaRPr lang="bg-BG" sz="1400" spc="-10" noProof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58180" marR="581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5000"/>
                        </a:lnSpc>
                      </a:pPr>
                      <a:r>
                        <a:rPr lang="bg-BG" sz="1400" spc="-10" noProof="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Добавяне</a:t>
                      </a:r>
                      <a:r>
                        <a:rPr lang="bg-BG" sz="1400" spc="-10" baseline="0" noProof="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на повече време от планираното.</a:t>
                      </a:r>
                    </a:p>
                    <a:p>
                      <a:pPr marL="0" marR="0" algn="l">
                        <a:lnSpc>
                          <a:spcPct val="105000"/>
                        </a:lnSpc>
                      </a:pPr>
                      <a:r>
                        <a:rPr lang="bg-BG" sz="1400" spc="-10" baseline="0" noProof="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Редовни срещи на екипа.</a:t>
                      </a:r>
                      <a:endParaRPr lang="bg-BG" sz="1400" spc="-10" noProof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58180" marR="581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5000"/>
                        </a:lnSpc>
                      </a:pPr>
                      <a:r>
                        <a:rPr lang="bg-BG" sz="1400" spc="-10" noProof="0" dirty="0">
                          <a:effectLst/>
                          <a:latin typeface="+mn-lt"/>
                        </a:rPr>
                        <a:t>Средна</a:t>
                      </a:r>
                      <a:endParaRPr lang="bg-BG" sz="1400" spc="-10" noProof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58180" marR="581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5000"/>
                        </a:lnSpc>
                      </a:pPr>
                      <a:endParaRPr lang="bg-BG" sz="1400" spc="-10" noProof="0" dirty="0">
                        <a:effectLst/>
                        <a:latin typeface="+mn-lt"/>
                      </a:endParaRPr>
                    </a:p>
                  </a:txBody>
                  <a:tcPr marL="58180" marR="58180" marT="0" marB="0"/>
                </a:tc>
                <a:extLst>
                  <a:ext uri="{0D108BD9-81ED-4DB2-BD59-A6C34878D82A}">
                    <a16:rowId xmlns:a16="http://schemas.microsoft.com/office/drawing/2014/main" val="37420204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5000"/>
                        </a:lnSpc>
                      </a:pPr>
                      <a:r>
                        <a:rPr lang="bg-BG" sz="1400" spc="-10" noProof="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Пандемия</a:t>
                      </a:r>
                    </a:p>
                  </a:txBody>
                  <a:tcPr marL="58180" marR="581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5000"/>
                        </a:lnSpc>
                      </a:pPr>
                      <a:r>
                        <a:rPr lang="bg-BG" sz="1400" spc="-10" noProof="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Проекта</a:t>
                      </a:r>
                      <a:r>
                        <a:rPr lang="bg-BG" sz="1400" spc="-10" baseline="0" noProof="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може да се реализира от разстояние.</a:t>
                      </a:r>
                    </a:p>
                  </a:txBody>
                  <a:tcPr marL="58180" marR="581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5000"/>
                        </a:lnSpc>
                      </a:pPr>
                      <a:r>
                        <a:rPr lang="bg-BG" sz="1400" spc="-10" noProof="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Много</a:t>
                      </a:r>
                      <a:r>
                        <a:rPr lang="bg-BG" sz="1400" spc="-10" baseline="0" noProof="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висока</a:t>
                      </a:r>
                      <a:endParaRPr lang="bg-BG" sz="1400" spc="-10" noProof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58180" marR="581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5000"/>
                        </a:lnSpc>
                      </a:pPr>
                      <a:r>
                        <a:rPr lang="bg-BG" sz="1400" spc="-10" noProof="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Ниско</a:t>
                      </a:r>
                    </a:p>
                  </a:txBody>
                  <a:tcPr marL="58180" marR="58180" marT="0" marB="0"/>
                </a:tc>
                <a:extLst>
                  <a:ext uri="{0D108BD9-81ED-4DB2-BD59-A6C34878D82A}">
                    <a16:rowId xmlns:a16="http://schemas.microsoft.com/office/drawing/2014/main" val="3448564134"/>
                  </a:ext>
                </a:extLst>
              </a:tr>
              <a:tr h="114011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5000"/>
                        </a:lnSpc>
                      </a:pPr>
                      <a:r>
                        <a:rPr lang="bg-BG" sz="1400" spc="-10" noProof="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Напускане</a:t>
                      </a:r>
                      <a:r>
                        <a:rPr lang="bg-BG" sz="1400" spc="-10" baseline="0" noProof="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на член от екипа</a:t>
                      </a:r>
                      <a:endParaRPr lang="bg-BG" sz="1400" spc="-10" noProof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58180" marR="581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5000"/>
                        </a:lnSpc>
                      </a:pPr>
                      <a:r>
                        <a:rPr lang="bg-BG" sz="1400" spc="-10" noProof="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Писане</a:t>
                      </a:r>
                      <a:r>
                        <a:rPr lang="bg-BG" sz="1400" spc="-10" baseline="0" noProof="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на добре </a:t>
                      </a:r>
                      <a:r>
                        <a:rPr lang="bg-BG" sz="1400" spc="-10" baseline="0" noProof="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стуктуриран</a:t>
                      </a:r>
                      <a:r>
                        <a:rPr lang="bg-BG" sz="1400" spc="-10" baseline="0" noProof="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и документиран код.</a:t>
                      </a:r>
                    </a:p>
                    <a:p>
                      <a:pPr marL="0" marR="0" algn="l">
                        <a:lnSpc>
                          <a:spcPct val="105000"/>
                        </a:lnSpc>
                      </a:pPr>
                      <a:r>
                        <a:rPr lang="bg-BG" sz="1400" spc="-10" baseline="0" noProof="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Редовни срещи на екипа, на които членовете да се запознават с работата на колегите си.</a:t>
                      </a:r>
                      <a:endParaRPr lang="bg-BG" sz="1400" spc="-10" noProof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58180" marR="581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5000"/>
                        </a:lnSpc>
                      </a:pPr>
                      <a:r>
                        <a:rPr lang="bg-BG" sz="1400" spc="-10" noProof="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Ниска</a:t>
                      </a:r>
                    </a:p>
                  </a:txBody>
                  <a:tcPr marL="58180" marR="581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5000"/>
                        </a:lnSpc>
                      </a:pPr>
                      <a:r>
                        <a:rPr lang="bg-BG" sz="1400" spc="-10" noProof="0" dirty="0">
                          <a:effectLst/>
                          <a:latin typeface="+mn-lt"/>
                        </a:rPr>
                        <a:t>Средно</a:t>
                      </a:r>
                      <a:endParaRPr lang="bg-BG" sz="1400" spc="-10" noProof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58180" marR="58180" marT="0" marB="0"/>
                </a:tc>
                <a:extLst>
                  <a:ext uri="{0D108BD9-81ED-4DB2-BD59-A6C34878D82A}">
                    <a16:rowId xmlns:a16="http://schemas.microsoft.com/office/drawing/2014/main" val="10448999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6257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Трудности при реализация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0000" y="1841287"/>
            <a:ext cx="10554574" cy="3636511"/>
          </a:xfrm>
        </p:spPr>
        <p:txBody>
          <a:bodyPr>
            <a:normAutofit/>
          </a:bodyPr>
          <a:lstStyle/>
          <a:p>
            <a:r>
              <a:rPr lang="bg-BG" sz="2400"/>
              <a:t>Запознаване с технологиите</a:t>
            </a:r>
          </a:p>
          <a:p>
            <a:r>
              <a:rPr lang="bg-BG" sz="2400"/>
              <a:t>Връзката с базата данни</a:t>
            </a:r>
          </a:p>
          <a:p>
            <a:r>
              <a:rPr lang="bg-BG" sz="2400"/>
              <a:t>Реализация на панела за закупуване на билет</a:t>
            </a:r>
          </a:p>
        </p:txBody>
      </p:sp>
    </p:spTree>
    <p:extLst>
      <p:ext uri="{BB962C8B-B14F-4D97-AF65-F5344CB8AC3E}">
        <p14:creationId xmlns:p14="http://schemas.microsoft.com/office/powerpoint/2010/main" val="3695918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Краен продукт</a:t>
            </a:r>
            <a:endParaRPr lang="en-US"/>
          </a:p>
        </p:txBody>
      </p:sp>
      <p:pic>
        <p:nvPicPr>
          <p:cNvPr id="5" name="Picture 4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20"/>
          <a:stretch/>
        </p:blipFill>
        <p:spPr>
          <a:xfrm>
            <a:off x="507975" y="1696915"/>
            <a:ext cx="6033502" cy="34761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5882" y="2991080"/>
            <a:ext cx="6048001" cy="38126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464465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Краен продукт</a:t>
            </a:r>
            <a:endParaRPr lang="en-US"/>
          </a:p>
        </p:txBody>
      </p:sp>
      <p:pic>
        <p:nvPicPr>
          <p:cNvPr id="5" name="Picture 4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41" b="902"/>
          <a:stretch/>
        </p:blipFill>
        <p:spPr>
          <a:xfrm>
            <a:off x="1749180" y="1644162"/>
            <a:ext cx="8221297" cy="455441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10838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Възможности за бъдеща разработка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7737" y="1669837"/>
            <a:ext cx="10554574" cy="3636511"/>
          </a:xfrm>
        </p:spPr>
        <p:txBody>
          <a:bodyPr>
            <a:normAutofit/>
          </a:bodyPr>
          <a:lstStyle/>
          <a:p>
            <a:r>
              <a:rPr lang="bg-BG" sz="2400"/>
              <a:t>Разработване на модул за връзка с различни кина</a:t>
            </a:r>
          </a:p>
          <a:p>
            <a:r>
              <a:rPr lang="bg-BG" sz="2400"/>
              <a:t>Разработване на </a:t>
            </a:r>
            <a:r>
              <a:rPr lang="en-US" sz="2400"/>
              <a:t>web </a:t>
            </a:r>
            <a:r>
              <a:rPr lang="bg-BG" sz="2400"/>
              <a:t>и мобилна версия</a:t>
            </a:r>
          </a:p>
          <a:p>
            <a:r>
              <a:rPr lang="bg-BG" sz="2400"/>
              <a:t>Връзка с </a:t>
            </a:r>
            <a:r>
              <a:rPr lang="en-US" sz="2400"/>
              <a:t>IMDB </a:t>
            </a:r>
            <a:r>
              <a:rPr lang="bg-BG" sz="2400"/>
              <a:t>и други източници на информация</a:t>
            </a:r>
          </a:p>
          <a:p>
            <a:r>
              <a:rPr lang="bg-BG" sz="2400"/>
              <a:t>Разработване на функционал за отказване от резервация</a:t>
            </a:r>
          </a:p>
          <a:p>
            <a:pPr marL="0" indent="0">
              <a:buNone/>
            </a:pPr>
            <a:endParaRPr lang="bg-BG" sz="2000"/>
          </a:p>
        </p:txBody>
      </p:sp>
      <p:pic>
        <p:nvPicPr>
          <p:cNvPr id="5122" name="Picture 2" descr="Library of clip art freeuse library popcorn and movie png files ..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91" b="93544" l="5217" r="97609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3286" y="4281780"/>
            <a:ext cx="3095189" cy="2553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Film Video Cinema , Vintage movie film material transparent ...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731" b="92885" l="0" r="992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4610855"/>
            <a:ext cx="6210301" cy="1895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837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2552" y="2859430"/>
            <a:ext cx="10561418" cy="1468800"/>
          </a:xfrm>
        </p:spPr>
        <p:txBody>
          <a:bodyPr/>
          <a:lstStyle/>
          <a:p>
            <a:r>
              <a:rPr lang="bg-BG"/>
              <a:t>Благодарим ви за вниманието !</a:t>
            </a:r>
            <a:endParaRPr lang="en-US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10000" y="4604834"/>
            <a:ext cx="10561418" cy="146880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800" b="1" kern="1200" cap="none">
                <a:solidFill>
                  <a:srgbClr val="FEFEFE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bg-BG"/>
              <a:t>Въпроси 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720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D60A66A735431140BBE59D969A4BE7BF" ma:contentTypeVersion="8" ma:contentTypeDescription="Създаване на нов документ" ma:contentTypeScope="" ma:versionID="9f50a6cf391b40c70c90b71a36bb3b99">
  <xsd:schema xmlns:xsd="http://www.w3.org/2001/XMLSchema" xmlns:xs="http://www.w3.org/2001/XMLSchema" xmlns:p="http://schemas.microsoft.com/office/2006/metadata/properties" xmlns:ns2="4ed16c41-70bb-4d51-be85-6d8e6f027c4f" targetNamespace="http://schemas.microsoft.com/office/2006/metadata/properties" ma:root="true" ma:fieldsID="3322dd43df201459dc3173014510d625" ns2:_="">
    <xsd:import namespace="4ed16c41-70bb-4d51-be85-6d8e6f027c4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d16c41-70bb-4d51-be85-6d8e6f027c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съдържание"/>
        <xsd:element ref="dc:title" minOccurs="0" maxOccurs="1" ma:index="4" ma:displayName="Заглав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C291276-668B-4927-B79F-BCFD7B6B7895}"/>
</file>

<file path=customXml/itemProps2.xml><?xml version="1.0" encoding="utf-8"?>
<ds:datastoreItem xmlns:ds="http://schemas.openxmlformats.org/officeDocument/2006/customXml" ds:itemID="{7C264E92-728B-42E6-B266-6ED91722554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C2E9951-D66C-4C1B-A1CE-7158DF9A96B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Application>Microsoft Office PowerPoint</Application>
  <PresentationFormat>Widescreen</PresentationFormat>
  <Slides>21</Slides>
  <Notes>21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Quotable</vt:lpstr>
      <vt:lpstr>Система за резервиране в кино</vt:lpstr>
      <vt:lpstr>Описание на проекта </vt:lpstr>
      <vt:lpstr>Екип и роли</vt:lpstr>
      <vt:lpstr>Бюджет на проекта</vt:lpstr>
      <vt:lpstr>Разпределение на работата и бюджета</vt:lpstr>
      <vt:lpstr>Разпределение на бюджета</vt:lpstr>
      <vt:lpstr>Система за управление на проекта</vt:lpstr>
      <vt:lpstr>Система за управление на проекта</vt:lpstr>
      <vt:lpstr>Недостатъци на Trello</vt:lpstr>
      <vt:lpstr>Методология за разботка -Водопадна</vt:lpstr>
      <vt:lpstr>Система за контрол на версиите</vt:lpstr>
      <vt:lpstr>Система за контрол на версиите</vt:lpstr>
      <vt:lpstr>Средства за реализация</vt:lpstr>
      <vt:lpstr>Диаграма на Гант</vt:lpstr>
      <vt:lpstr>Критичен път</vt:lpstr>
      <vt:lpstr>Профил на риск</vt:lpstr>
      <vt:lpstr>Трудности при реализация</vt:lpstr>
      <vt:lpstr>Краен продукт</vt:lpstr>
      <vt:lpstr>Краен продукт</vt:lpstr>
      <vt:lpstr>Възможности за бъдеща разработка</vt:lpstr>
      <vt:lpstr>Благодарим ви за вниманието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revision>22</cp:revision>
  <dcterms:created xsi:type="dcterms:W3CDTF">2020-04-18T12:44:36Z</dcterms:created>
  <dcterms:modified xsi:type="dcterms:W3CDTF">2025-03-07T16:57:53Z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0x010100D60A66A735431140BBE59D969A4BE7BF</vt:lpwstr>
  </property>
</Properties>
</file>