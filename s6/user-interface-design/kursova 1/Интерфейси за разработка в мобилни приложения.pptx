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6" autoAdjust="0"/>
    <p:restoredTop sz="94654" autoAdjust="0"/>
  </p:normalViewPr>
  <p:slideViewPr>
    <p:cSldViewPr snapToGrid="0">
      <p:cViewPr varScale="1">
        <p:scale>
          <a:sx n="54" d="100"/>
          <a:sy n="54" d="100"/>
        </p:scale>
        <p:origin x="58" y="720"/>
      </p:cViewPr>
      <p:guideLst/>
    </p:cSldViewPr>
  </p:slideViewPr>
  <p:outlineViewPr>
    <p:cViewPr>
      <p:scale>
        <a:sx n="33" d="100"/>
        <a:sy n="33" d="100"/>
      </p:scale>
      <p:origin x="0" y="-57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C395-1506-D55F-A794-935487E99F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Интерфейси за разработка в мобилни приложения</a:t>
            </a:r>
            <a:endParaRPr lang="en-1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D722F-5114-F3AE-88B1-0630F8A49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bg-BG" sz="2000" dirty="0"/>
              <a:t>Анализ и оценка</a:t>
            </a:r>
          </a:p>
          <a:p>
            <a:r>
              <a:rPr lang="bg-BG" sz="2000" dirty="0"/>
              <a:t>По проектиране на потребителски интерфейс</a:t>
            </a:r>
            <a:endParaRPr lang="en-150" sz="2000" dirty="0"/>
          </a:p>
        </p:txBody>
      </p:sp>
    </p:spTree>
    <p:extLst>
      <p:ext uri="{BB962C8B-B14F-4D97-AF65-F5344CB8AC3E}">
        <p14:creationId xmlns:p14="http://schemas.microsoft.com/office/powerpoint/2010/main" val="4104284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1D65-0B29-A1D5-D0A2-6636B926C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46B6F-5B00-7315-67FF-10453DA38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1. Какво представляват инструментите?</a:t>
            </a:r>
          </a:p>
          <a:p>
            <a:r>
              <a:rPr lang="bg-BG" sz="2800" dirty="0"/>
              <a:t>2. Какви видове инструменти има?</a:t>
            </a:r>
          </a:p>
          <a:p>
            <a:r>
              <a:rPr lang="bg-BG" sz="2800" dirty="0"/>
              <a:t>3. Позитиви, негативи и приложения</a:t>
            </a:r>
          </a:p>
          <a:p>
            <a:r>
              <a:rPr lang="bg-BG" sz="2800" dirty="0"/>
              <a:t>4. Лично предложение</a:t>
            </a:r>
          </a:p>
          <a:p>
            <a:r>
              <a:rPr lang="bg-BG" sz="2800" dirty="0"/>
              <a:t>5. 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759221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1590-12A4-FABB-6C9A-FF5DE8EC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 Какво представляват?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5E884-F301-B05E-B3BA-C0935F2EA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410199" cy="364913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Елементи, които предоставят важни и основни </a:t>
            </a:r>
            <a:r>
              <a:rPr lang="bg-BG" sz="2400" dirty="0"/>
              <a:t>работни</a:t>
            </a:r>
            <a:r>
              <a:rPr lang="ru-RU" sz="2400" dirty="0"/>
              <a:t> функционалности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Допринасят за достъпността, бързината и релевантността на приложенията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Трябва да бъдат ясни, адаптивни, контекстуални и интерактивни</a:t>
            </a:r>
          </a:p>
          <a:p>
            <a:endParaRPr lang="en-150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57C8D-5123-0C19-F789-77F647E09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218" y="206960"/>
            <a:ext cx="1716584" cy="3717813"/>
          </a:xfrm>
          <a:prstGeom prst="rect">
            <a:avLst/>
          </a:prstGeom>
        </p:spPr>
      </p:pic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532DEE6D-7E09-91A2-7830-9DBEF1B532F8}"/>
              </a:ext>
            </a:extLst>
          </p:cNvPr>
          <p:cNvCxnSpPr>
            <a:cxnSpLocks/>
          </p:cNvCxnSpPr>
          <p:nvPr/>
        </p:nvCxnSpPr>
        <p:spPr>
          <a:xfrm>
            <a:off x="5830640" y="2828925"/>
            <a:ext cx="1027360" cy="600075"/>
          </a:xfrm>
          <a:prstGeom prst="curvedConnector3">
            <a:avLst/>
          </a:prstGeom>
          <a:ln w="28575" cap="flat" cmpd="sng" algn="ctr">
            <a:solidFill>
              <a:srgbClr val="FFC000"/>
            </a:solidFill>
            <a:prstDash val="sysDash"/>
            <a:round/>
            <a:headEnd type="none" w="med" len="med"/>
            <a:tailEnd type="arrow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CD05B32-D769-AA1D-D6A2-546078CD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394" y="2065866"/>
            <a:ext cx="1913832" cy="4145018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9DA09EF3-5E66-E107-600E-BD3ED70709D6}"/>
              </a:ext>
            </a:extLst>
          </p:cNvPr>
          <p:cNvCxnSpPr>
            <a:cxnSpLocks/>
          </p:cNvCxnSpPr>
          <p:nvPr/>
        </p:nvCxnSpPr>
        <p:spPr>
          <a:xfrm>
            <a:off x="5272088" y="3924773"/>
            <a:ext cx="3814762" cy="1004415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rgbClr val="FFC000"/>
            </a:solidFill>
            <a:prstDash val="sysDash"/>
            <a:round/>
            <a:headEnd type="none" w="med" len="med"/>
            <a:tailEnd type="arrow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51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011A-80B1-CC0F-739E-1157B3B1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09588"/>
            <a:ext cx="10131425" cy="1456267"/>
          </a:xfrm>
        </p:spPr>
        <p:txBody>
          <a:bodyPr/>
          <a:lstStyle/>
          <a:p>
            <a:r>
              <a:rPr lang="bg-BG" dirty="0"/>
              <a:t>2. Какви видове има?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55E4F-15C9-EB44-210C-DBAFCBD00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85913"/>
            <a:ext cx="10131425" cy="501491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bg-BG" sz="2400" dirty="0"/>
              <a:t>Лента с инструменти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Кутия с инструменти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Бутон за призив за действие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Вградени бутони за действие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Бутони с множество състояния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Контекстуални интерфейси за разработка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Групови действия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Контроли на заключен екран</a:t>
            </a:r>
            <a:endParaRPr lang="en-150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1A208-5A62-376A-50BB-A3C9958F19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833"/>
          <a:stretch/>
        </p:blipFill>
        <p:spPr>
          <a:xfrm>
            <a:off x="5751513" y="1232899"/>
            <a:ext cx="2626412" cy="8058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33822-5999-2BEA-D2E4-59156AFCC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917" y="1253285"/>
            <a:ext cx="2791139" cy="1505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27E23-3771-7A49-0F5B-1127B817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630" y="2689166"/>
            <a:ext cx="2790106" cy="1128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041D6B-01EF-FD84-06C3-1A8A72250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526" y="3993786"/>
            <a:ext cx="3440179" cy="5791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B24B38-CF27-B4F0-2A5A-BBB4588D5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620" y="4892146"/>
            <a:ext cx="2896233" cy="15393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BFF7D50A-E000-DEAE-1C33-47B2C96F854E}"/>
              </a:ext>
            </a:extLst>
          </p:cNvPr>
          <p:cNvCxnSpPr>
            <a:cxnSpLocks/>
          </p:cNvCxnSpPr>
          <p:nvPr/>
        </p:nvCxnSpPr>
        <p:spPr>
          <a:xfrm flipV="1">
            <a:off x="3686175" y="1585913"/>
            <a:ext cx="1732455" cy="419972"/>
          </a:xfrm>
          <a:prstGeom prst="curvedConnector3">
            <a:avLst/>
          </a:prstGeom>
          <a:ln w="28575" cap="flat" cmpd="sng" algn="ctr">
            <a:solidFill>
              <a:srgbClr val="FFC000"/>
            </a:solidFill>
            <a:prstDash val="sysDash"/>
            <a:round/>
            <a:headEnd type="none" w="med" len="med"/>
            <a:tailEnd type="arrow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5817925-15F1-7595-58D6-BB218D4C286F}"/>
              </a:ext>
            </a:extLst>
          </p:cNvPr>
          <p:cNvCxnSpPr>
            <a:cxnSpLocks/>
          </p:cNvCxnSpPr>
          <p:nvPr/>
        </p:nvCxnSpPr>
        <p:spPr>
          <a:xfrm flipV="1">
            <a:off x="3686175" y="2256847"/>
            <a:ext cx="4929188" cy="263023"/>
          </a:xfrm>
          <a:prstGeom prst="curvedConnector3">
            <a:avLst>
              <a:gd name="adj1" fmla="val 48261"/>
            </a:avLst>
          </a:prstGeom>
          <a:ln w="28575" cap="flat" cmpd="sng" algn="ctr">
            <a:solidFill>
              <a:srgbClr val="FFC000"/>
            </a:solidFill>
            <a:prstDash val="sysDash"/>
            <a:round/>
            <a:headEnd type="none" w="med" len="med"/>
            <a:tailEnd type="arrow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2A426EF8-B74E-1250-5BA1-4375E212049F}"/>
              </a:ext>
            </a:extLst>
          </p:cNvPr>
          <p:cNvCxnSpPr>
            <a:cxnSpLocks/>
          </p:cNvCxnSpPr>
          <p:nvPr/>
        </p:nvCxnSpPr>
        <p:spPr>
          <a:xfrm>
            <a:off x="4509857" y="3128962"/>
            <a:ext cx="1241656" cy="577333"/>
          </a:xfrm>
          <a:prstGeom prst="curvedConnector3">
            <a:avLst/>
          </a:prstGeom>
          <a:ln w="28575" cap="flat" cmpd="sng" algn="ctr">
            <a:solidFill>
              <a:srgbClr val="FFC000"/>
            </a:solidFill>
            <a:prstDash val="sysDash"/>
            <a:round/>
            <a:headEnd type="none" w="med" len="med"/>
            <a:tailEnd type="arrow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BF508DF0-64DE-214D-94F9-78A3364A02D2}"/>
              </a:ext>
            </a:extLst>
          </p:cNvPr>
          <p:cNvCxnSpPr>
            <a:cxnSpLocks/>
          </p:cNvCxnSpPr>
          <p:nvPr/>
        </p:nvCxnSpPr>
        <p:spPr>
          <a:xfrm>
            <a:off x="4724153" y="3846053"/>
            <a:ext cx="3219697" cy="580724"/>
          </a:xfrm>
          <a:prstGeom prst="curvedConnector3">
            <a:avLst>
              <a:gd name="adj1" fmla="val 10506"/>
            </a:avLst>
          </a:prstGeom>
          <a:ln w="28575" cap="flat" cmpd="sng" algn="ctr">
            <a:solidFill>
              <a:srgbClr val="FFC000"/>
            </a:solidFill>
            <a:prstDash val="sysDash"/>
            <a:round/>
            <a:headEnd type="none" w="med" len="med"/>
            <a:tailEnd type="arrow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7DC10C82-805E-1A79-DAB8-26B8B6D68E54}"/>
              </a:ext>
            </a:extLst>
          </p:cNvPr>
          <p:cNvCxnSpPr>
            <a:cxnSpLocks/>
          </p:cNvCxnSpPr>
          <p:nvPr/>
        </p:nvCxnSpPr>
        <p:spPr>
          <a:xfrm flipV="1">
            <a:off x="4697709" y="5545965"/>
            <a:ext cx="1609848" cy="882709"/>
          </a:xfrm>
          <a:prstGeom prst="curvedConnector3">
            <a:avLst/>
          </a:prstGeom>
          <a:ln w="28575" cap="flat" cmpd="sng" algn="ctr">
            <a:solidFill>
              <a:srgbClr val="FFC000"/>
            </a:solidFill>
            <a:prstDash val="sysDash"/>
            <a:round/>
            <a:headEnd type="none" w="med" len="med"/>
            <a:tailEnd type="arrow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21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4DB9-170F-8707-674F-34124633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2.1. Лента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65B01-1472-E8AE-6F49-15F88E2E2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постоянен достъп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297755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018F8-A584-79B8-72E5-9007C5F9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5339-6B16-69B2-AF70-D5254540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35459-74B9-71E8-E22C-8D9A0D694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71303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39E4C-8A4A-9D88-1505-547F220D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6B1C-F236-D172-A5A5-2A5F34B6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AD40C-ABD1-39FF-1EA2-D2FBC881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199928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2502-F9EB-45C2-434A-00864A0F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9992-EAD9-0229-732D-0C493EDD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6F773-2F40-1305-CB24-DBB6D5BBB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59599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4DCAC-A763-7A20-D5FA-DA4685DF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EC4ED-608D-6281-6EF3-82AEC23D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4F014-FB71-0EDA-F216-E3EF66E72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261448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21274-12F3-7B4D-56A6-B98988BE8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2A4E-3423-9DD8-3537-368E7DC7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17A4-F13E-9C4B-5DDB-F49A23389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100040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E422-F4FB-A899-3A92-167F74C8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BF77-0355-A1D3-D2EC-F457931C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B7A93-26C7-9957-A678-F98C1FFFE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2420102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9507-DE0E-1F8F-8E8E-4AF21CFF4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E499-5047-22A2-9AA7-DCC3FC10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4C816-6BE4-3708-C83B-C3A01DE77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1750996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5640-9AE7-4D9F-249C-68F46BEC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ABF34-5ACB-F19C-BCC1-8B617F42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8BE8-9ABD-CE42-C625-600F877A3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485503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46ED-AC3C-7FC0-59CC-530AF32C4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CFDA-0639-C1F7-A848-208CAB1E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DB3A4-C308-AB52-8025-A4C3D0E4F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874125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E272-41AD-0556-2433-457F77F8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EFAD-9BAA-CBD9-D5C5-999B3962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8FD9B-A506-5C1B-DE83-915EF1C3F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599548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D3375-09DE-78C4-1891-56CC99FC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43D3-9D5B-8CA0-04F0-C5867E16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2.2. Кутия с инструменти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BB151-4C2A-202A-8842-447E1FF7F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457574" cy="3649133"/>
          </a:xfrm>
        </p:spPr>
        <p:txBody>
          <a:bodyPr>
            <a:normAutofit/>
          </a:bodyPr>
          <a:lstStyle/>
          <a:p>
            <a:r>
              <a:rPr lang="bg-BG" sz="2400" dirty="0"/>
              <a:t>Фиксирани – винаги видими</a:t>
            </a:r>
          </a:p>
          <a:p>
            <a:r>
              <a:rPr lang="bg-BG" sz="2400" dirty="0"/>
              <a:t>Плаващи – появяват се при нужда</a:t>
            </a:r>
          </a:p>
          <a:p>
            <a:r>
              <a:rPr lang="bg-BG" sz="2400" dirty="0"/>
              <a:t>Скриващи се – оптимизират пространството</a:t>
            </a:r>
            <a:endParaRPr lang="en-150" sz="2400" dirty="0"/>
          </a:p>
        </p:txBody>
      </p:sp>
    </p:spTree>
    <p:extLst>
      <p:ext uri="{BB962C8B-B14F-4D97-AF65-F5344CB8AC3E}">
        <p14:creationId xmlns:p14="http://schemas.microsoft.com/office/powerpoint/2010/main" val="783374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5BF0-0425-5CB6-92B1-ADC43E033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209800"/>
            <a:ext cx="10944225" cy="1847850"/>
          </a:xfrm>
        </p:spPr>
        <p:txBody>
          <a:bodyPr>
            <a:normAutofit/>
          </a:bodyPr>
          <a:lstStyle/>
          <a:p>
            <a:pPr algn="ctr"/>
            <a:r>
              <a:rPr lang="bg-BG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БЛАГОДАРЯ ЗА ВНИМАНИЕТО!</a:t>
            </a:r>
            <a:endParaRPr lang="en-150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6679A-ED31-D8F5-9154-3B8D9617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4057650"/>
            <a:ext cx="2527298" cy="2400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3200" dirty="0"/>
              <a:t>Изготвил:</a:t>
            </a:r>
          </a:p>
          <a:p>
            <a:pPr marL="0" indent="0">
              <a:buNone/>
            </a:pPr>
            <a:r>
              <a:rPr lang="bg-BG" sz="3200" dirty="0"/>
              <a:t>Яна Ампова</a:t>
            </a:r>
          </a:p>
          <a:p>
            <a:pPr marL="0" indent="0">
              <a:buNone/>
            </a:pPr>
            <a:r>
              <a:rPr lang="bg-BG" sz="3200" dirty="0"/>
              <a:t>22621751</a:t>
            </a:r>
          </a:p>
        </p:txBody>
      </p:sp>
    </p:spTree>
    <p:extLst>
      <p:ext uri="{BB962C8B-B14F-4D97-AF65-F5344CB8AC3E}">
        <p14:creationId xmlns:p14="http://schemas.microsoft.com/office/powerpoint/2010/main" val="2632101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125</TotalTime>
  <Words>359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Celestial</vt:lpstr>
      <vt:lpstr>Интерфейси за разработка в мобилни приложения</vt:lpstr>
      <vt:lpstr>Съдържание</vt:lpstr>
      <vt:lpstr>1. Какво представляват?</vt:lpstr>
      <vt:lpstr>2. Какви видове има?</vt:lpstr>
      <vt:lpstr>2.1. Лента с инструменти</vt:lpstr>
      <vt:lpstr>2.2. Кутия с инструменти</vt:lpstr>
      <vt:lpstr>2.2. Кутия с инструменти</vt:lpstr>
      <vt:lpstr>2.2. Кутия с инструменти</vt:lpstr>
      <vt:lpstr>2.2. Кутия с инструменти</vt:lpstr>
      <vt:lpstr>2.2. Кутия с инструменти</vt:lpstr>
      <vt:lpstr>2.2. Кутия с инструменти</vt:lpstr>
      <vt:lpstr>2.2. Кутия с инструменти</vt:lpstr>
      <vt:lpstr>2.2. Кутия с инструменти</vt:lpstr>
      <vt:lpstr>2.2. Кутия с инструменти</vt:lpstr>
      <vt:lpstr>2.2. Кутия с инструменти</vt:lpstr>
      <vt:lpstr>2.2. Кутия с инструменти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Stoycheva</dc:creator>
  <cp:lastModifiedBy>Teodora Stoycheva</cp:lastModifiedBy>
  <cp:revision>8</cp:revision>
  <dcterms:created xsi:type="dcterms:W3CDTF">2025-03-20T10:18:42Z</dcterms:created>
  <dcterms:modified xsi:type="dcterms:W3CDTF">2025-03-20T12:24:01Z</dcterms:modified>
</cp:coreProperties>
</file>